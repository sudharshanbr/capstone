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5"/>
  </p:notesMasterIdLst>
  <p:handoutMasterIdLst>
    <p:handoutMasterId r:id="rId6"/>
  </p:handoutMasterIdLst>
  <p:sldIdLst>
    <p:sldId id="256" r:id="rId2"/>
    <p:sldId id="335" r:id="rId3"/>
    <p:sldId id="306" r:id="rId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C0E3563-C2AF-044A-8D9B-13463D2643B3}">
          <p14:sldIdLst>
            <p14:sldId id="256"/>
            <p14:sldId id="335"/>
            <p14:sldId id="3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5E00"/>
    <a:srgbClr val="EF6F2A"/>
    <a:srgbClr val="FFA95D"/>
    <a:srgbClr val="E2E39F"/>
    <a:srgbClr val="DEE09D"/>
    <a:srgbClr val="CECF92"/>
    <a:srgbClr val="E56618"/>
    <a:srgbClr val="6869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27" autoAdjust="0"/>
    <p:restoredTop sz="95805" autoAdjust="0"/>
  </p:normalViewPr>
  <p:slideViewPr>
    <p:cSldViewPr snapToGrid="0" snapToObjects="1">
      <p:cViewPr varScale="1">
        <p:scale>
          <a:sx n="160" d="100"/>
          <a:sy n="160" d="100"/>
        </p:scale>
        <p:origin x="156" y="15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0" d="100"/>
          <a:sy n="90" d="100"/>
        </p:scale>
        <p:origin x="3840" y="21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9333BD0-7962-B04A-8E72-AD5168F631E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6B94C6-1659-0D42-8942-DAD6793A09D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9C6931-D0F6-AB40-9D7F-95567148A5C2}" type="datetimeFigureOut">
              <a:rPr lang="en-US" smtClean="0"/>
              <a:t>12-May-22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E64BEA-E2E4-BF48-8CF7-45787CAA5A0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39BBDE-4EF8-F14C-8AE0-73BF9B0C336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F64436-003E-284C-9347-5BCE374565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338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6C18F2-6801-5147-A332-A6E1C7D69D18}" type="datetimeFigureOut">
              <a:rPr lang="en-US" smtClean="0"/>
              <a:t>12-May-22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CF60EF-C37D-4D44-90AD-6140AB570E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248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5596DCDD-1D29-B54F-841F-A6196F9C94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9144001" cy="610262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E4659ED-B759-394C-81AD-33BE55DD3BF9}"/>
              </a:ext>
            </a:extLst>
          </p:cNvPr>
          <p:cNvSpPr/>
          <p:nvPr userDrawn="1"/>
        </p:nvSpPr>
        <p:spPr>
          <a:xfrm>
            <a:off x="0" y="-41273"/>
            <a:ext cx="9144000" cy="38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E07FEF9-9E0F-A14B-92C3-3C711C5E0E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66871" y="93473"/>
            <a:ext cx="521207" cy="16294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ACDF886-AEDB-D944-B0B0-79D3AEED0D47}"/>
              </a:ext>
            </a:extLst>
          </p:cNvPr>
          <p:cNvSpPr/>
          <p:nvPr/>
        </p:nvSpPr>
        <p:spPr>
          <a:xfrm>
            <a:off x="0" y="-41273"/>
            <a:ext cx="9144000" cy="38337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FEFD9D4D-26CF-1B40-9449-C3AAAE20A4D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42054" y="2216094"/>
            <a:ext cx="5793028" cy="35757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7B2897DA-66AE-A946-A7E1-121C04B15F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47464" y="2555956"/>
            <a:ext cx="5793027" cy="409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B976E4-ABDA-F340-8D30-F24D2053CED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8790" y="691666"/>
            <a:ext cx="7613816" cy="23050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Presentation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CDB1B4C-7B61-0447-97A3-A685ECB408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728056" y="50800"/>
            <a:ext cx="1297459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357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D765ABA-196D-034E-B656-615F72FF6C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497463"/>
            <a:ext cx="9144000" cy="4646037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8303E-CB79-A645-BEF9-D0CD24C49717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A4F9A6-C8EF-1F4A-8155-1567273829D2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787F5F2-501C-424A-9865-0DE5CE4A1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4064" y="859361"/>
            <a:ext cx="2705824" cy="325354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Click to add Main Header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227BE32-0205-E84F-BDBB-EF646717877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252528" y="1424753"/>
            <a:ext cx="5644000" cy="4671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 dirty="0"/>
              <a:t>Click to add Subhead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7076F031-AF81-DC40-9A1C-C60C9367241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246525" y="2039614"/>
            <a:ext cx="5650003" cy="2066316"/>
          </a:xfrm>
          <a:prstGeom prst="rect">
            <a:avLst/>
          </a:prstGeom>
        </p:spPr>
        <p:txBody>
          <a:bodyPr/>
          <a:lstStyle>
            <a:lvl1pPr marL="228600" indent="-22225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2000"/>
            </a:lvl1pPr>
            <a:lvl2pPr marL="401638" indent="-173038">
              <a:buClr>
                <a:srgbClr val="EF6F2A"/>
              </a:buClr>
              <a:buSzPct val="100000"/>
              <a:buFont typeface="Arial" panose="020B0604020202020204" pitchFamily="34" charset="0"/>
              <a:buChar char="•"/>
              <a:tabLst/>
              <a:defRPr sz="1800"/>
            </a:lvl2pPr>
            <a:lvl3pPr marL="630238" indent="-173038">
              <a:buClr>
                <a:srgbClr val="EF6F2A"/>
              </a:buClr>
              <a:buSzPct val="100000"/>
              <a:buFont typeface="Wingdings" pitchFamily="2" charset="2"/>
              <a:buChar char="§"/>
              <a:tabLst/>
              <a:defRPr sz="1600"/>
            </a:lvl3pPr>
            <a:lvl4pPr marL="804863" indent="-174625">
              <a:buClr>
                <a:srgbClr val="D95E00"/>
              </a:buClr>
              <a:buFont typeface="System Font Regular"/>
              <a:buChar char="&gt;"/>
              <a:tabLst/>
              <a:defRPr sz="1400"/>
            </a:lvl4pPr>
            <a:lvl5pPr marL="976312" indent="-171450">
              <a:buClr>
                <a:srgbClr val="D95E00"/>
              </a:buClr>
              <a:buFont typeface="Wingdings" pitchFamily="2" charset="2"/>
              <a:buChar char="§"/>
              <a:tabLst/>
              <a:defRPr sz="1200"/>
            </a:lvl5pPr>
            <a:lvl6pPr marL="971550" indent="0">
              <a:buClr>
                <a:srgbClr val="D95E00"/>
              </a:buClr>
              <a:buFont typeface="System Font Regular"/>
              <a:buNone/>
              <a:tabLst/>
              <a:defRPr sz="1100"/>
            </a:lvl6pPr>
            <a:lvl7pPr marL="1144587" indent="0">
              <a:buClr>
                <a:srgbClr val="D95E00"/>
              </a:buClr>
              <a:buFont typeface="Wingdings" pitchFamily="2" charset="2"/>
              <a:buNone/>
              <a:tabLst/>
              <a:defRPr sz="1000"/>
            </a:lvl7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1383E86-B978-174B-B3F5-A6CC4843262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1"/>
            <a:ext cx="9144000" cy="1009650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</p:spTree>
    <p:extLst>
      <p:ext uri="{BB962C8B-B14F-4D97-AF65-F5344CB8AC3E}">
        <p14:creationId xmlns:p14="http://schemas.microsoft.com/office/powerpoint/2010/main" val="2778222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AC8303E-CB79-A645-BEF9-D0CD24C49717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A4F9A6-C8EF-1F4A-8155-1567273829D2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0A3470E-8125-0E4C-8D9E-AE498C694D7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4064" y="837833"/>
            <a:ext cx="8692464" cy="5222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800"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Click to add Header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06909BC-83A5-ED42-AE34-D78DAEC3F24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064" y="1427163"/>
            <a:ext cx="8692464" cy="3398837"/>
          </a:xfrm>
          <a:prstGeom prst="rect">
            <a:avLst/>
          </a:prstGeom>
        </p:spPr>
        <p:txBody>
          <a:bodyPr/>
          <a:lstStyle>
            <a:lvl1pPr marL="228600" indent="-22860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2400" b="1"/>
            </a:lvl1pPr>
            <a:lvl2pPr marL="457200" indent="-228600">
              <a:buClr>
                <a:srgbClr val="D95E00"/>
              </a:buClr>
              <a:buFont typeface="Arial" panose="020B0604020202020204" pitchFamily="34" charset="0"/>
              <a:buChar char="•"/>
              <a:tabLst/>
              <a:defRPr sz="2000"/>
            </a:lvl2pPr>
            <a:lvl3pPr marL="685800" indent="-228600">
              <a:buClr>
                <a:srgbClr val="D95E00"/>
              </a:buClr>
              <a:buSzPct val="100000"/>
              <a:buFont typeface="Wingdings" pitchFamily="2" charset="2"/>
              <a:buChar char="§"/>
              <a:tabLst/>
              <a:defRPr sz="1800"/>
            </a:lvl3pPr>
            <a:lvl4pPr marL="915988" indent="-230188">
              <a:buClr>
                <a:srgbClr val="D95E00"/>
              </a:buClr>
              <a:buFont typeface="System Font Regular"/>
              <a:buChar char="&gt;"/>
              <a:tabLst/>
              <a:defRPr sz="1600"/>
            </a:lvl4pPr>
            <a:lvl5pPr marL="1144588" indent="-228600">
              <a:buClr>
                <a:srgbClr val="D95E00"/>
              </a:buClr>
              <a:buFont typeface="Wingdings" pitchFamily="2" charset="2"/>
              <a:buChar char="§"/>
              <a:tabLst/>
              <a:defRPr sz="1400"/>
            </a:lvl5pPr>
            <a:lvl6pPr marL="1317625" indent="-173038">
              <a:buClr>
                <a:srgbClr val="D95E00"/>
              </a:buClr>
              <a:buFont typeface="System Font Regular"/>
              <a:buChar char="&gt;"/>
              <a:tabLst/>
              <a:defRPr sz="1200"/>
            </a:lvl6pPr>
            <a:lvl7pPr marL="1428750" indent="-111125">
              <a:buClr>
                <a:srgbClr val="D95E00"/>
              </a:buClr>
              <a:buFont typeface="Wingdings" pitchFamily="2" charset="2"/>
              <a:buChar char="§"/>
              <a:tabLst/>
              <a:defRPr sz="1000"/>
            </a:lvl7pPr>
            <a:lvl8pPr marL="1546225" indent="-117475">
              <a:buClr>
                <a:srgbClr val="D95E00"/>
              </a:buClr>
              <a:buFont typeface="System Font Regular"/>
              <a:buChar char="&gt;"/>
              <a:tabLst/>
              <a:defRPr sz="900"/>
            </a:lvl8pPr>
          </a:lstStyle>
          <a:p>
            <a:pPr lvl="0"/>
            <a:r>
              <a:rPr lang="en-US" dirty="0"/>
              <a:t>Click to add bullet</a:t>
            </a:r>
          </a:p>
          <a:p>
            <a:pPr lvl="1"/>
            <a:r>
              <a:rPr lang="en-US" dirty="0"/>
              <a:t>Click to add sub-bullet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136923" y="4881716"/>
            <a:ext cx="840658" cy="191729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 err="1" smtClean="0"/>
          </a:p>
        </p:txBody>
      </p:sp>
    </p:spTree>
    <p:extLst>
      <p:ext uri="{BB962C8B-B14F-4D97-AF65-F5344CB8AC3E}">
        <p14:creationId xmlns:p14="http://schemas.microsoft.com/office/powerpoint/2010/main" val="4292147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-P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ACF15DD-277E-394F-AFCE-926578BEF7F1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D8B4FE-5E61-2942-9F67-A4F6AD7FECA1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62AB3FC8-2388-7847-86DB-E5B5333EACF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7" name="Content Placeholder 18">
            <a:extLst>
              <a:ext uri="{FF2B5EF4-FFF2-40B4-BE49-F238E27FC236}">
                <a16:creationId xmlns:a16="http://schemas.microsoft.com/office/drawing/2014/main" id="{E61379B3-CA22-7E42-8FE3-E2D09D721962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4064" y="772915"/>
            <a:ext cx="8692464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39984989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44EEE75-1C0C-DF43-8A1A-F55F70A0076A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933C26C-CF75-E04A-98EB-7AEC198CFEE8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8">
            <a:extLst>
              <a:ext uri="{FF2B5EF4-FFF2-40B4-BE49-F238E27FC236}">
                <a16:creationId xmlns:a16="http://schemas.microsoft.com/office/drawing/2014/main" id="{AD0B3782-2422-A544-AEA8-0DA96AAE55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4" name="Content Placeholder 18">
            <a:extLst>
              <a:ext uri="{FF2B5EF4-FFF2-40B4-BE49-F238E27FC236}">
                <a16:creationId xmlns:a16="http://schemas.microsoft.com/office/drawing/2014/main" id="{D44BC06C-7E1C-4845-973D-DCD63FB136FA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692650" y="773113"/>
            <a:ext cx="4203700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  <p:sp>
        <p:nvSpPr>
          <p:cNvPr id="15" name="Content Placeholder 18">
            <a:extLst>
              <a:ext uri="{FF2B5EF4-FFF2-40B4-BE49-F238E27FC236}">
                <a16:creationId xmlns:a16="http://schemas.microsoft.com/office/drawing/2014/main" id="{AA93BCA3-E265-CD4C-9883-62DC1D15F3D7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204064" y="772915"/>
            <a:ext cx="4209186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3541278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6E70DBF-129D-BB48-BBFF-08F62952F603}"/>
              </a:ext>
            </a:extLst>
          </p:cNvPr>
          <p:cNvCxnSpPr/>
          <p:nvPr userDrawn="1"/>
        </p:nvCxnSpPr>
        <p:spPr>
          <a:xfrm>
            <a:off x="204064" y="497463"/>
            <a:ext cx="2006060" cy="0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FE58E4D-9595-E14C-8259-3EDBF9F54A84}"/>
              </a:ext>
            </a:extLst>
          </p:cNvPr>
          <p:cNvCxnSpPr/>
          <p:nvPr userDrawn="1"/>
        </p:nvCxnSpPr>
        <p:spPr>
          <a:xfrm>
            <a:off x="2532476" y="497463"/>
            <a:ext cx="6364052" cy="0"/>
          </a:xfrm>
          <a:prstGeom prst="line">
            <a:avLst/>
          </a:prstGeom>
          <a:ln w="12700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9CF2F8B1-9E2E-5040-B217-FCC725F9667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AAA33EB-41E5-8B40-9670-C68F679A7D7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8438" y="772351"/>
            <a:ext cx="2603500" cy="59679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b="1">
                <a:solidFill>
                  <a:srgbClr val="D95E00"/>
                </a:solidFill>
              </a:defRPr>
            </a:lvl1pPr>
          </a:lstStyle>
          <a:p>
            <a:pPr lvl="0"/>
            <a:r>
              <a:rPr lang="en-US" dirty="0"/>
              <a:t>Main Header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8BFBAF58-1BBE-824B-9BD9-DF65670E97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8438" y="1524000"/>
            <a:ext cx="2603500" cy="260965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/>
            </a:lvl1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80FC676F-AD0F-3045-85E2-F41B9DF0A6F3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3000375" y="773113"/>
            <a:ext cx="5895975" cy="336073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i="1"/>
            </a:lvl1pPr>
          </a:lstStyle>
          <a:p>
            <a:pPr lvl="0"/>
            <a:r>
              <a:rPr lang="en-US" dirty="0"/>
              <a:t>Place image/chart here</a:t>
            </a:r>
          </a:p>
        </p:txBody>
      </p:sp>
    </p:spTree>
    <p:extLst>
      <p:ext uri="{BB962C8B-B14F-4D97-AF65-F5344CB8AC3E}">
        <p14:creationId xmlns:p14="http://schemas.microsoft.com/office/powerpoint/2010/main" val="2575343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ransi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EB2B1F-FA12-B54F-9A9A-8E3FE786CFE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219700"/>
          </a:xfrm>
          <a:prstGeom prst="rect">
            <a:avLst/>
          </a:prstGeom>
        </p:spPr>
      </p:pic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81FDB69-C179-3341-AEF3-D2B3896FB825}"/>
              </a:ext>
            </a:extLst>
          </p:cNvPr>
          <p:cNvCxnSpPr/>
          <p:nvPr userDrawn="1"/>
        </p:nvCxnSpPr>
        <p:spPr>
          <a:xfrm>
            <a:off x="204064" y="497462"/>
            <a:ext cx="2006060" cy="0"/>
          </a:xfrm>
          <a:prstGeom prst="line">
            <a:avLst/>
          </a:prstGeom>
          <a:ln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8ECA973-8475-EF41-8C88-BE7633966CF5}"/>
              </a:ext>
            </a:extLst>
          </p:cNvPr>
          <p:cNvCxnSpPr/>
          <p:nvPr userDrawn="1"/>
        </p:nvCxnSpPr>
        <p:spPr>
          <a:xfrm>
            <a:off x="2532476" y="497462"/>
            <a:ext cx="6364052" cy="0"/>
          </a:xfrm>
          <a:prstGeom prst="line">
            <a:avLst/>
          </a:prstGeom>
          <a:ln w="12700" cmpd="sng">
            <a:solidFill>
              <a:srgbClr val="D95E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18">
            <a:extLst>
              <a:ext uri="{FF2B5EF4-FFF2-40B4-BE49-F238E27FC236}">
                <a16:creationId xmlns:a16="http://schemas.microsoft.com/office/drawing/2014/main" id="{7DF7C01A-B350-7B45-A49E-C3717CC86D0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9A099A8-CF8E-1C48-82A0-F6A6F7CC0F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4064" y="2990850"/>
            <a:ext cx="8692464" cy="1143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4000" b="1"/>
            </a:lvl1pPr>
          </a:lstStyle>
          <a:p>
            <a:pPr lvl="0"/>
            <a:r>
              <a:rPr lang="en-US" dirty="0"/>
              <a:t>Click to add Transition Title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FA15D2-0772-BF44-93EB-3F456808C98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653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or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17F9755-C0DA-B244-B730-B308E60924F8}"/>
              </a:ext>
            </a:extLst>
          </p:cNvPr>
          <p:cNvSpPr/>
          <p:nvPr userDrawn="1"/>
        </p:nvSpPr>
        <p:spPr>
          <a:xfrm>
            <a:off x="0" y="0"/>
            <a:ext cx="9144000" cy="5295900"/>
          </a:xfrm>
          <a:prstGeom prst="rect">
            <a:avLst/>
          </a:prstGeom>
          <a:solidFill>
            <a:srgbClr val="D9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57FF2CB-58B7-5049-BADD-41D07A0154D8}"/>
              </a:ext>
            </a:extLst>
          </p:cNvPr>
          <p:cNvCxnSpPr/>
          <p:nvPr userDrawn="1"/>
        </p:nvCxnSpPr>
        <p:spPr>
          <a:xfrm>
            <a:off x="204064" y="497462"/>
            <a:ext cx="2006060" cy="0"/>
          </a:xfrm>
          <a:prstGeom prst="line">
            <a:avLst/>
          </a:prstGeom>
          <a:ln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B5B524D-D7AF-4B4A-B485-6A922EDBF1D0}"/>
              </a:ext>
            </a:extLst>
          </p:cNvPr>
          <p:cNvCxnSpPr/>
          <p:nvPr userDrawn="1"/>
        </p:nvCxnSpPr>
        <p:spPr>
          <a:xfrm>
            <a:off x="2532476" y="497462"/>
            <a:ext cx="6364052" cy="0"/>
          </a:xfrm>
          <a:prstGeom prst="line">
            <a:avLst/>
          </a:prstGeom>
          <a:ln w="12700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CD73F756-E117-EE4D-80F1-C25B8572FAA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4064" y="3194050"/>
            <a:ext cx="8692464" cy="939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5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Section 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079EB260-1A7B-174A-AA51-12AAD061D7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4133850"/>
            <a:ext cx="9144000" cy="1050925"/>
          </a:xfrm>
          <a:prstGeom prst="rect">
            <a:avLst/>
          </a:prstGeom>
          <a:noFill/>
        </p:spPr>
        <p:txBody>
          <a:bodyPr/>
          <a:lstStyle>
            <a:lvl1pPr marL="0" indent="0" algn="ctr">
              <a:lnSpc>
                <a:spcPct val="90000"/>
              </a:lnSpc>
              <a:buNone/>
              <a:defRPr b="0" i="1">
                <a:solidFill>
                  <a:srgbClr val="FF0000"/>
                </a:solidFill>
                <a:latin typeface="MS Gothic" panose="020B0609070205080204" pitchFamily="49" charset="-128"/>
                <a:ea typeface="MS Gothic" panose="020B0609070205080204" pitchFamily="49" charset="-128"/>
              </a:defRPr>
            </a:lvl1pPr>
          </a:lstStyle>
          <a:p>
            <a:pPr lvl="0"/>
            <a:r>
              <a:rPr lang="en-US" dirty="0"/>
              <a:t>Please do not put content in this space.   It is reserved for live captioning.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A300F0-F281-A448-A6D5-5FF5764E1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413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/>
          <p:cNvSpPr txBox="1"/>
          <p:nvPr/>
        </p:nvSpPr>
        <p:spPr>
          <a:xfrm>
            <a:off x="8056408" y="211967"/>
            <a:ext cx="930808" cy="20313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80000"/>
              </a:lnSpc>
            </a:pPr>
            <a:r>
              <a:rPr lang="en-US" sz="900" dirty="0">
                <a:latin typeface="Georgia"/>
                <a:cs typeface="Georgia"/>
              </a:rPr>
              <a:t>|  </a:t>
            </a:r>
            <a:fld id="{606D2650-017B-BC48-A893-0334FE68CCF7}" type="slidenum">
              <a:rPr lang="en-US" sz="850" smtClean="0">
                <a:latin typeface="Arial" panose="020B0604020202020204" pitchFamily="34" charset="0"/>
                <a:cs typeface="Arial" panose="020B0604020202020204" pitchFamily="34" charset="0"/>
              </a:rPr>
              <a:pPr algn="r">
                <a:lnSpc>
                  <a:spcPct val="80000"/>
                </a:lnSpc>
              </a:pPr>
              <a:t>‹#›</a:t>
            </a:fld>
            <a:endParaRPr lang="en-US" sz="85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E1BAB7-92D3-A748-A041-34E4C69AF906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8825" y="227613"/>
            <a:ext cx="417144" cy="16394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E3B5E69-6982-D847-8E35-D8CF62DBDBB4}"/>
              </a:ext>
            </a:extLst>
          </p:cNvPr>
          <p:cNvSpPr txBox="1"/>
          <p:nvPr userDrawn="1"/>
        </p:nvSpPr>
        <p:spPr>
          <a:xfrm>
            <a:off x="6597143" y="190734"/>
            <a:ext cx="217660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/>
              <a:t>Golisano Institute for Sustainability</a:t>
            </a:r>
          </a:p>
        </p:txBody>
      </p:sp>
      <p:sp>
        <p:nvSpPr>
          <p:cNvPr id="3" name="MSIPCMContentMarking" descr="{&quot;HashCode&quot;:1231056682,&quot;Placement&quot;:&quot;Footer&quot;,&quot;Top&quot;:381.651581,&quot;Left&quot;:317.819916,&quot;SlideWidth&quot;:720,&quot;SlideHeight&quot;:405}">
            <a:extLst>
              <a:ext uri="{FF2B5EF4-FFF2-40B4-BE49-F238E27FC236}">
                <a16:creationId xmlns:a16="http://schemas.microsoft.com/office/drawing/2014/main" id="{947854E9-5186-435B-8B44-9CD48C9B874F}"/>
              </a:ext>
            </a:extLst>
          </p:cNvPr>
          <p:cNvSpPr txBox="1"/>
          <p:nvPr userDrawn="1"/>
        </p:nvSpPr>
        <p:spPr>
          <a:xfrm>
            <a:off x="4036313" y="4846975"/>
            <a:ext cx="1071374" cy="2965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sz="1200">
                <a:solidFill>
                  <a:srgbClr val="008000"/>
                </a:solidFill>
                <a:latin typeface="Calibri" panose="020F0502020204030204" pitchFamily="34" charset="0"/>
              </a:rPr>
              <a:t>Internal Use</a:t>
            </a:r>
          </a:p>
        </p:txBody>
      </p:sp>
    </p:spTree>
    <p:extLst>
      <p:ext uri="{BB962C8B-B14F-4D97-AF65-F5344CB8AC3E}">
        <p14:creationId xmlns:p14="http://schemas.microsoft.com/office/powerpoint/2010/main" val="1699808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0" r:id="rId2"/>
    <p:sldLayoutId id="2147483650" r:id="rId3"/>
    <p:sldLayoutId id="2147483663" r:id="rId4"/>
    <p:sldLayoutId id="2147483652" r:id="rId5"/>
    <p:sldLayoutId id="2147483656" r:id="rId6"/>
    <p:sldLayoutId id="2147483662" r:id="rId7"/>
    <p:sldLayoutId id="2147483661" r:id="rId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0C6C98-4B85-AB4D-B6CF-956E25B2E22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28693" y="456563"/>
            <a:ext cx="9015307" cy="2305039"/>
          </a:xfrm>
        </p:spPr>
        <p:txBody>
          <a:bodyPr/>
          <a:lstStyle/>
          <a:p>
            <a:r>
              <a:rPr lang="en-US" sz="4400" dirty="0" smtClean="0"/>
              <a:t>Title</a:t>
            </a:r>
            <a:endParaRPr lang="en-US" sz="4000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D8569A-4329-784B-9918-97A12C4AC3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5854" y="1659834"/>
            <a:ext cx="5793028" cy="357571"/>
          </a:xfrm>
        </p:spPr>
        <p:txBody>
          <a:bodyPr/>
          <a:lstStyle/>
          <a:p>
            <a:r>
              <a:rPr lang="en-US" dirty="0" smtClean="0"/>
              <a:t>Subtitle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37692E-9A06-B54E-8508-C69988A5482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71264" y="1999696"/>
            <a:ext cx="5793027" cy="409075"/>
          </a:xfrm>
        </p:spPr>
        <p:txBody>
          <a:bodyPr/>
          <a:lstStyle/>
          <a:p>
            <a:r>
              <a:rPr lang="en-US" dirty="0" smtClean="0"/>
              <a:t>Date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28693" y="2403287"/>
            <a:ext cx="8002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900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4797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3513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IT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D95E00"/>
        </a:solidFill>
      </a:spPr>
      <a:bodyPr rtlCol="0" anchor="ctr"/>
      <a:lstStyle>
        <a:defPPr algn="ctr">
          <a:defRPr dirty="0" err="1" smtClean="0"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>
              <a:lumMod val="50000"/>
            </a:schemeClr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5" id="{3E0E416E-BCFB-6A4C-84E3-0E1DC25238C6}" vid="{2D8F12A1-EDB1-254F-A86B-8DC74EC5B56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28570</TotalTime>
  <Words>4</Words>
  <Application>Microsoft Office PowerPoint</Application>
  <PresentationFormat>On-screen Show (16:9)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0" baseType="lpstr">
      <vt:lpstr>MS Gothic</vt:lpstr>
      <vt:lpstr>Arial</vt:lpstr>
      <vt:lpstr>Calibri</vt:lpstr>
      <vt:lpstr>Georgia</vt:lpstr>
      <vt:lpstr>System Font Regular</vt:lpstr>
      <vt:lpstr>Wingdings</vt:lpstr>
      <vt:lpstr>RIT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Alexander Gartley</dc:creator>
  <cp:lastModifiedBy>Nenad Nenadic</cp:lastModifiedBy>
  <cp:revision>356</cp:revision>
  <cp:lastPrinted>2018-04-25T02:50:23Z</cp:lastPrinted>
  <dcterms:created xsi:type="dcterms:W3CDTF">2018-06-29T18:36:28Z</dcterms:created>
  <dcterms:modified xsi:type="dcterms:W3CDTF">2022-05-12T12:46:42Z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9c027e-33b7-45fc-a572-8ffa5d09ec36_Enabled">
    <vt:lpwstr>true</vt:lpwstr>
  </property>
  <property fmtid="{D5CDD505-2E9C-101B-9397-08002B2CF9AE}" pid="3" name="MSIP_Label_019c027e-33b7-45fc-a572-8ffa5d09ec36_SetDate">
    <vt:lpwstr>2022-03-01T15:32:37Z</vt:lpwstr>
  </property>
  <property fmtid="{D5CDD505-2E9C-101B-9397-08002B2CF9AE}" pid="4" name="MSIP_Label_019c027e-33b7-45fc-a572-8ffa5d09ec36_Method">
    <vt:lpwstr>Standard</vt:lpwstr>
  </property>
  <property fmtid="{D5CDD505-2E9C-101B-9397-08002B2CF9AE}" pid="5" name="MSIP_Label_019c027e-33b7-45fc-a572-8ffa5d09ec36_Name">
    <vt:lpwstr>Internal Use</vt:lpwstr>
  </property>
  <property fmtid="{D5CDD505-2E9C-101B-9397-08002B2CF9AE}" pid="6" name="MSIP_Label_019c027e-33b7-45fc-a572-8ffa5d09ec36_SiteId">
    <vt:lpwstr>031a09bc-a2bf-44df-888e-4e09355b7a24</vt:lpwstr>
  </property>
  <property fmtid="{D5CDD505-2E9C-101B-9397-08002B2CF9AE}" pid="7" name="MSIP_Label_019c027e-33b7-45fc-a572-8ffa5d09ec36_ActionId">
    <vt:lpwstr>9d607e23-9657-450e-9498-fb58a8640846</vt:lpwstr>
  </property>
  <property fmtid="{D5CDD505-2E9C-101B-9397-08002B2CF9AE}" pid="8" name="MSIP_Label_019c027e-33b7-45fc-a572-8ffa5d09ec36_ContentBits">
    <vt:lpwstr>2</vt:lpwstr>
  </property>
</Properties>
</file>