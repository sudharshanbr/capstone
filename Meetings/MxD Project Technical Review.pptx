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3"/>
  </p:notesMasterIdLst>
  <p:handoutMasterIdLst>
    <p:handoutMasterId r:id="rId24"/>
  </p:handoutMasterIdLst>
  <p:sldIdLst>
    <p:sldId id="280" r:id="rId6"/>
    <p:sldId id="257" r:id="rId7"/>
    <p:sldId id="258" r:id="rId8"/>
    <p:sldId id="281" r:id="rId9"/>
    <p:sldId id="282" r:id="rId10"/>
    <p:sldId id="283" r:id="rId11"/>
    <p:sldId id="284" r:id="rId12"/>
    <p:sldId id="286" r:id="rId13"/>
    <p:sldId id="268" r:id="rId14"/>
    <p:sldId id="288" r:id="rId15"/>
    <p:sldId id="289" r:id="rId16"/>
    <p:sldId id="290" r:id="rId17"/>
    <p:sldId id="291" r:id="rId18"/>
    <p:sldId id="292" r:id="rId19"/>
    <p:sldId id="293" r:id="rId20"/>
    <p:sldId id="294" r:id="rId21"/>
    <p:sldId id="29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5" autoAdjust="0"/>
    <p:restoredTop sz="94660"/>
  </p:normalViewPr>
  <p:slideViewPr>
    <p:cSldViewPr snapToGrid="0">
      <p:cViewPr varScale="1">
        <p:scale>
          <a:sx n="70" d="100"/>
          <a:sy n="70" d="100"/>
        </p:scale>
        <p:origin x="462" y="60"/>
      </p:cViewPr>
      <p:guideLst/>
    </p:cSldViewPr>
  </p:slideViewPr>
  <p:notesTextViewPr>
    <p:cViewPr>
      <p:scale>
        <a:sx n="1" d="1"/>
        <a:sy n="1" d="1"/>
      </p:scale>
      <p:origin x="0" y="0"/>
    </p:cViewPr>
  </p:notesTextViewPr>
  <p:notesViewPr>
    <p:cSldViewPr snapToGrid="0">
      <p:cViewPr varScale="1">
        <p:scale>
          <a:sx n="84" d="100"/>
          <a:sy n="84" d="100"/>
        </p:scale>
        <p:origin x="94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46C0DA-F02B-4B0C-868A-FF2D03E011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0D0295D-E432-4935-A055-A0279163F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3803F5-535C-4C81-8A99-430984B4F6C6}" type="datetimeFigureOut">
              <a:rPr lang="en-US" smtClean="0"/>
              <a:t>16-May-22</a:t>
            </a:fld>
            <a:endParaRPr lang="en-US"/>
          </a:p>
        </p:txBody>
      </p:sp>
      <p:sp>
        <p:nvSpPr>
          <p:cNvPr id="4" name="Footer Placeholder 3">
            <a:extLst>
              <a:ext uri="{FF2B5EF4-FFF2-40B4-BE49-F238E27FC236}">
                <a16:creationId xmlns:a16="http://schemas.microsoft.com/office/drawing/2014/main" id="{0EACF2F6-3838-43DC-9DBD-0C7AD57E47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5A2985A-3C41-4729-8230-5784627EE5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D0A269-B458-42A5-9BC8-94A457000D78}" type="slidenum">
              <a:rPr lang="en-US" smtClean="0"/>
              <a:t>‹#›</a:t>
            </a:fld>
            <a:endParaRPr lang="en-US"/>
          </a:p>
        </p:txBody>
      </p:sp>
    </p:spTree>
    <p:extLst>
      <p:ext uri="{BB962C8B-B14F-4D97-AF65-F5344CB8AC3E}">
        <p14:creationId xmlns:p14="http://schemas.microsoft.com/office/powerpoint/2010/main" val="30193413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535F2-052B-4CEB-94B5-C469C0BFB06F}" type="datetimeFigureOut">
              <a:rPr lang="en-US" smtClean="0"/>
              <a:t>16-May-22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08EC04-8068-4F08-A547-CCFB9715F8F6}" type="slidenum">
              <a:rPr lang="en-US" smtClean="0"/>
              <a:t>‹#›</a:t>
            </a:fld>
            <a:endParaRPr lang="en-US"/>
          </a:p>
        </p:txBody>
      </p:sp>
    </p:spTree>
    <p:extLst>
      <p:ext uri="{BB962C8B-B14F-4D97-AF65-F5344CB8AC3E}">
        <p14:creationId xmlns:p14="http://schemas.microsoft.com/office/powerpoint/2010/main" val="1505290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7059E-245B-47F6-8AB1-1254B9EAFF91}"/>
              </a:ext>
            </a:extLst>
          </p:cNvPr>
          <p:cNvSpPr>
            <a:spLocks noGrp="1"/>
          </p:cNvSpPr>
          <p:nvPr>
            <p:ph type="title" hasCustomPrompt="1"/>
          </p:nvPr>
        </p:nvSpPr>
        <p:spPr>
          <a:xfrm>
            <a:off x="838200" y="365125"/>
            <a:ext cx="10515600" cy="675399"/>
          </a:xfrm>
          <a:prstGeom prst="rect">
            <a:avLst/>
          </a:prstGeom>
        </p:spPr>
        <p:txBody>
          <a:bodyPr/>
          <a:lstStyle>
            <a:lvl1pPr>
              <a:defRPr b="1"/>
            </a:lvl1pPr>
          </a:lstStyle>
          <a:p>
            <a:r>
              <a:rPr lang="en-US" dirty="0"/>
              <a:t>PRESENTATION GUIDELINES</a:t>
            </a:r>
          </a:p>
        </p:txBody>
      </p:sp>
      <p:sp>
        <p:nvSpPr>
          <p:cNvPr id="4" name="TextBox 3">
            <a:extLst>
              <a:ext uri="{FF2B5EF4-FFF2-40B4-BE49-F238E27FC236}">
                <a16:creationId xmlns:a16="http://schemas.microsoft.com/office/drawing/2014/main" id="{F5248439-B81D-4EC7-9028-F2772D1B129C}"/>
              </a:ext>
            </a:extLst>
          </p:cNvPr>
          <p:cNvSpPr txBox="1"/>
          <p:nvPr userDrawn="1"/>
        </p:nvSpPr>
        <p:spPr>
          <a:xfrm>
            <a:off x="838200" y="1341783"/>
            <a:ext cx="5413513" cy="4939814"/>
          </a:xfrm>
          <a:prstGeom prst="rect">
            <a:avLst/>
          </a:prstGeom>
          <a:noFill/>
        </p:spPr>
        <p:txBody>
          <a:bodyPr wrap="square" rtlCol="0">
            <a:spAutoFit/>
          </a:bodyPr>
          <a:lstStyle/>
          <a:p>
            <a:pPr marL="171450" lvl="0" indent="-171450">
              <a:buClr>
                <a:schemeClr val="accent1"/>
              </a:buClr>
              <a:buFont typeface="Wingdings" panose="05000000000000000000" pitchFamily="2" charset="2"/>
              <a:buChar char="§"/>
            </a:pPr>
            <a:r>
              <a:rPr lang="en-US" sz="1050" dirty="0"/>
              <a:t>IMAGES</a:t>
            </a:r>
          </a:p>
          <a:p>
            <a:pPr marL="628650" lvl="1" indent="-171450">
              <a:buClr>
                <a:schemeClr val="accent1"/>
              </a:buClr>
              <a:buFont typeface="Wingdings" panose="05000000000000000000" pitchFamily="2" charset="2"/>
              <a:buChar char="§"/>
            </a:pPr>
            <a:r>
              <a:rPr lang="en-US" sz="1050" dirty="0"/>
              <a:t>Black &amp; white with high contrast</a:t>
            </a:r>
            <a:br>
              <a:rPr lang="en-US" sz="1050" dirty="0"/>
            </a:br>
            <a:endParaRPr lang="en-US" sz="1050" dirty="0"/>
          </a:p>
          <a:p>
            <a:pPr marL="171450" lvl="0" indent="-171450">
              <a:buClr>
                <a:schemeClr val="accent1"/>
              </a:buClr>
              <a:buFont typeface="Wingdings" panose="05000000000000000000" pitchFamily="2" charset="2"/>
              <a:buChar char="§"/>
            </a:pPr>
            <a:r>
              <a:rPr lang="en-US" sz="1050" dirty="0"/>
              <a:t>BULLETS</a:t>
            </a:r>
          </a:p>
          <a:p>
            <a:pPr marL="628650" lvl="1" indent="-171450">
              <a:buClr>
                <a:schemeClr val="accent1"/>
              </a:buClr>
              <a:buFont typeface="Wingdings" panose="05000000000000000000" pitchFamily="2" charset="2"/>
              <a:buChar char="§"/>
            </a:pPr>
            <a:r>
              <a:rPr lang="en-US" sz="1050" dirty="0"/>
              <a:t>Second level</a:t>
            </a:r>
          </a:p>
          <a:p>
            <a:pPr marL="1085850" lvl="2" indent="-171450">
              <a:buClr>
                <a:schemeClr val="accent1"/>
              </a:buClr>
              <a:buFont typeface="Wingdings" panose="05000000000000000000" pitchFamily="2" charset="2"/>
              <a:buChar char="§"/>
            </a:pPr>
            <a:r>
              <a:rPr lang="en-US" sz="1050" dirty="0"/>
              <a:t>Third level</a:t>
            </a:r>
          </a:p>
          <a:p>
            <a:pPr marL="1543050" lvl="3" indent="-171450">
              <a:buClr>
                <a:schemeClr val="accent1"/>
              </a:buClr>
              <a:buFont typeface="Wingdings" panose="05000000000000000000" pitchFamily="2" charset="2"/>
              <a:buChar char="§"/>
            </a:pPr>
            <a:r>
              <a:rPr lang="en-US" sz="1050" dirty="0"/>
              <a:t>Fourth level</a:t>
            </a:r>
          </a:p>
          <a:p>
            <a:pPr marL="2000250" lvl="4" indent="-171450">
              <a:buClr>
                <a:schemeClr val="accent1"/>
              </a:buClr>
              <a:buFont typeface="Wingdings" panose="05000000000000000000" pitchFamily="2" charset="2"/>
              <a:buChar char="§"/>
            </a:pPr>
            <a:r>
              <a:rPr lang="en-US" sz="1050" dirty="0"/>
              <a:t>Fifth level</a:t>
            </a:r>
          </a:p>
          <a:p>
            <a:pPr marL="171450" lvl="0" indent="-171450">
              <a:buClr>
                <a:schemeClr val="accent1"/>
              </a:buClr>
              <a:buFont typeface="Wingdings" panose="05000000000000000000" pitchFamily="2" charset="2"/>
              <a:buChar char="§"/>
            </a:pPr>
            <a:r>
              <a:rPr lang="en-US" sz="1050" dirty="0"/>
              <a:t>TITLES</a:t>
            </a:r>
          </a:p>
          <a:p>
            <a:pPr marL="628650" lvl="1" indent="-171450">
              <a:buClr>
                <a:schemeClr val="accent1"/>
              </a:buClr>
              <a:buFont typeface="Wingdings" panose="05000000000000000000" pitchFamily="2" charset="2"/>
              <a:buChar char="§"/>
            </a:pPr>
            <a:r>
              <a:rPr lang="en-US" sz="1050" dirty="0"/>
              <a:t>All Caps</a:t>
            </a:r>
          </a:p>
          <a:p>
            <a:pPr marL="628650" lvl="1" indent="-171450">
              <a:buClr>
                <a:schemeClr val="accent1"/>
              </a:buClr>
              <a:buFont typeface="Wingdings" panose="05000000000000000000" pitchFamily="2" charset="2"/>
              <a:buChar char="§"/>
            </a:pPr>
            <a:r>
              <a:rPr lang="en-US" sz="1050" dirty="0"/>
              <a:t>Bold</a:t>
            </a:r>
          </a:p>
          <a:p>
            <a:pPr marL="628650" lvl="1" indent="-171450">
              <a:buClr>
                <a:schemeClr val="accent1"/>
              </a:buClr>
              <a:buFont typeface="Wingdings" panose="05000000000000000000" pitchFamily="2" charset="2"/>
              <a:buChar char="§"/>
            </a:pPr>
            <a:r>
              <a:rPr lang="en-US" sz="1050" dirty="0"/>
              <a:t>Colors: Red or Black only (depending on background color</a:t>
            </a:r>
            <a:br>
              <a:rPr lang="en-US" sz="1050" dirty="0"/>
            </a:br>
            <a:endParaRPr lang="en-US" sz="1050" dirty="0"/>
          </a:p>
          <a:p>
            <a:pPr marL="171450" lvl="0" indent="-171450">
              <a:buClr>
                <a:schemeClr val="accent1"/>
              </a:buClr>
              <a:buFont typeface="Wingdings" panose="05000000000000000000" pitchFamily="2" charset="2"/>
              <a:buChar char="§"/>
            </a:pPr>
            <a:r>
              <a:rPr lang="en-US" sz="1050" dirty="0"/>
              <a:t>COLOR SCHEME</a:t>
            </a:r>
          </a:p>
          <a:p>
            <a:pPr marL="628650" lvl="1" indent="-171450">
              <a:buClr>
                <a:schemeClr val="accent1"/>
              </a:buClr>
              <a:buFont typeface="Wingdings" panose="05000000000000000000" pitchFamily="2" charset="2"/>
              <a:buChar char="§"/>
            </a:pPr>
            <a:r>
              <a:rPr lang="en-US" sz="1050" dirty="0" err="1"/>
              <a:t>MxD</a:t>
            </a:r>
            <a:r>
              <a:rPr lang="en-US" sz="1050" dirty="0"/>
              <a:t> Color Scheme (template should have colors loaded)</a:t>
            </a:r>
          </a:p>
          <a:p>
            <a:pPr marL="171450" lvl="0" indent="-171450">
              <a:buClr>
                <a:schemeClr val="accent1"/>
              </a:buClr>
              <a:buFont typeface="Wingdings" panose="05000000000000000000" pitchFamily="2" charset="2"/>
              <a:buChar char="§"/>
            </a:pPr>
            <a:endParaRPr lang="en-US" sz="1050" dirty="0"/>
          </a:p>
          <a:p>
            <a:pPr marL="171450" lvl="0" indent="-171450">
              <a:buClr>
                <a:schemeClr val="accent1"/>
              </a:buClr>
              <a:buFont typeface="Wingdings" panose="05000000000000000000" pitchFamily="2" charset="2"/>
              <a:buChar char="§"/>
            </a:pPr>
            <a:r>
              <a:rPr lang="en-US" sz="1050" dirty="0"/>
              <a:t>TEXT ALIGNMENT</a:t>
            </a:r>
          </a:p>
          <a:p>
            <a:pPr marL="628650" lvl="1" indent="-171450">
              <a:buClr>
                <a:schemeClr val="accent1"/>
              </a:buClr>
              <a:buFont typeface="Wingdings" panose="05000000000000000000" pitchFamily="2" charset="2"/>
              <a:buChar char="§"/>
            </a:pPr>
            <a:r>
              <a:rPr lang="en-US" sz="1050" dirty="0"/>
              <a:t>Left aligned; try to avoid center aligned text</a:t>
            </a:r>
          </a:p>
          <a:p>
            <a:pPr marL="171450" lvl="0" indent="-171450">
              <a:buClr>
                <a:schemeClr val="accent1"/>
              </a:buClr>
              <a:buFont typeface="Wingdings" panose="05000000000000000000" pitchFamily="2" charset="2"/>
              <a:buChar char="§"/>
            </a:pPr>
            <a:endParaRPr lang="en-US" sz="1050" dirty="0"/>
          </a:p>
          <a:p>
            <a:pPr marL="171450" lvl="0" indent="-171450">
              <a:buClr>
                <a:schemeClr val="accent1"/>
              </a:buClr>
              <a:buFont typeface="Wingdings" panose="05000000000000000000" pitchFamily="2" charset="2"/>
              <a:buChar char="§"/>
            </a:pPr>
            <a:r>
              <a:rPr lang="en-US" sz="1050" dirty="0"/>
              <a:t>FONT</a:t>
            </a:r>
          </a:p>
          <a:p>
            <a:pPr marL="628650" lvl="1" indent="-171450">
              <a:buClr>
                <a:schemeClr val="accent1"/>
              </a:buClr>
              <a:buFont typeface="Wingdings" panose="05000000000000000000" pitchFamily="2" charset="2"/>
              <a:buChar char="§"/>
            </a:pPr>
            <a:r>
              <a:rPr lang="en-US" sz="1050" dirty="0"/>
              <a:t>Arial or Helvetica New</a:t>
            </a:r>
          </a:p>
          <a:p>
            <a:pPr marL="171450" lvl="0" indent="-171450">
              <a:buClr>
                <a:schemeClr val="accent1"/>
              </a:buClr>
              <a:buFont typeface="Wingdings" panose="05000000000000000000" pitchFamily="2" charset="2"/>
              <a:buChar char="§"/>
            </a:pPr>
            <a:endParaRPr lang="en-US" sz="1050" dirty="0"/>
          </a:p>
          <a:p>
            <a:pPr marL="0" lvl="0" indent="0">
              <a:buClr>
                <a:schemeClr val="accent1"/>
              </a:buClr>
              <a:buFont typeface="Wingdings" panose="05000000000000000000" pitchFamily="2" charset="2"/>
              <a:buNone/>
            </a:pPr>
            <a:endParaRPr lang="en-US" sz="1050" dirty="0"/>
          </a:p>
          <a:p>
            <a:pPr marL="0" lvl="0" indent="0">
              <a:buClr>
                <a:schemeClr val="accent1"/>
              </a:buClr>
              <a:buFont typeface="Wingdings" panose="05000000000000000000" pitchFamily="2" charset="2"/>
              <a:buNone/>
            </a:pPr>
            <a:r>
              <a:rPr lang="en-US" sz="1050" dirty="0"/>
              <a:t>All Master Slides are formatted correctly. Please do your best to stick to the formats already set in place.</a:t>
            </a:r>
            <a:br>
              <a:rPr lang="en-US" sz="1050" dirty="0"/>
            </a:br>
            <a:endParaRPr lang="en-US" sz="1050" dirty="0"/>
          </a:p>
          <a:p>
            <a:pPr marL="0" lvl="0" indent="0">
              <a:buClr>
                <a:schemeClr val="accent1"/>
              </a:buClr>
              <a:buFont typeface="Wingdings" panose="05000000000000000000" pitchFamily="2" charset="2"/>
              <a:buNone/>
            </a:pPr>
            <a:r>
              <a:rPr lang="en-US" sz="1050" i="1" dirty="0"/>
              <a:t>These Guidelines are Tentative as presentations are continued to be developed.</a:t>
            </a:r>
          </a:p>
          <a:p>
            <a:pPr marL="742950" lvl="1" indent="-285750">
              <a:buClr>
                <a:schemeClr val="accent1"/>
              </a:buClr>
              <a:buFont typeface="Wingdings" panose="05000000000000000000" pitchFamily="2" charset="2"/>
              <a:buChar char="§"/>
            </a:pPr>
            <a:endParaRPr lang="en-US" sz="1050" dirty="0"/>
          </a:p>
          <a:p>
            <a:pPr marL="742950" lvl="1" indent="-285750">
              <a:buClr>
                <a:schemeClr val="accent1"/>
              </a:buClr>
              <a:buFont typeface="Wingdings" panose="05000000000000000000" pitchFamily="2" charset="2"/>
              <a:buChar char="§"/>
            </a:pPr>
            <a:endParaRPr lang="en-US" sz="1050" dirty="0"/>
          </a:p>
          <a:p>
            <a:pPr marL="285750" indent="-285750">
              <a:buClr>
                <a:schemeClr val="accent1"/>
              </a:buClr>
              <a:buFont typeface="Wingdings" panose="05000000000000000000" pitchFamily="2" charset="2"/>
              <a:buChar char="§"/>
            </a:pPr>
            <a:endParaRPr lang="en-US" sz="1050" dirty="0"/>
          </a:p>
        </p:txBody>
      </p:sp>
    </p:spTree>
    <p:extLst>
      <p:ext uri="{BB962C8B-B14F-4D97-AF65-F5344CB8AC3E}">
        <p14:creationId xmlns:p14="http://schemas.microsoft.com/office/powerpoint/2010/main" val="386912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9F705E6-4156-4147-804C-59813C022CF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57" y="0"/>
            <a:ext cx="12192000" cy="6858000"/>
          </a:xfrm>
          <a:prstGeom prst="rect">
            <a:avLst/>
          </a:prstGeom>
        </p:spPr>
      </p:pic>
      <p:pic>
        <p:nvPicPr>
          <p:cNvPr id="14" name="Image" descr="Image">
            <a:extLst>
              <a:ext uri="{FF2B5EF4-FFF2-40B4-BE49-F238E27FC236}">
                <a16:creationId xmlns:a16="http://schemas.microsoft.com/office/drawing/2014/main" id="{D85A0662-69C7-404F-8432-59CFE6D5AB1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7624119" y="-12690"/>
            <a:ext cx="4576638" cy="6870690"/>
          </a:xfrm>
          <a:prstGeom prst="rect">
            <a:avLst/>
          </a:prstGeom>
          <a:ln w="12700">
            <a:miter lim="400000"/>
          </a:ln>
        </p:spPr>
      </p:pic>
      <p:pic>
        <p:nvPicPr>
          <p:cNvPr id="15" name="Picture 14">
            <a:extLst>
              <a:ext uri="{FF2B5EF4-FFF2-40B4-BE49-F238E27FC236}">
                <a16:creationId xmlns:a16="http://schemas.microsoft.com/office/drawing/2014/main" id="{59DDCF41-E2B5-48BA-A468-BF266D137B8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7579" y="464360"/>
            <a:ext cx="2294410" cy="1064726"/>
          </a:xfrm>
          <a:prstGeom prst="rect">
            <a:avLst/>
          </a:prstGeom>
        </p:spPr>
      </p:pic>
      <p:sp>
        <p:nvSpPr>
          <p:cNvPr id="18" name="TextBox 17">
            <a:extLst>
              <a:ext uri="{FF2B5EF4-FFF2-40B4-BE49-F238E27FC236}">
                <a16:creationId xmlns:a16="http://schemas.microsoft.com/office/drawing/2014/main" id="{FC957C18-C2A6-4550-B7C3-E12F9F144489}"/>
              </a:ext>
            </a:extLst>
          </p:cNvPr>
          <p:cNvSpPr txBox="1"/>
          <p:nvPr userDrawn="1"/>
        </p:nvSpPr>
        <p:spPr>
          <a:xfrm>
            <a:off x="366584" y="6405997"/>
            <a:ext cx="8402595" cy="261610"/>
          </a:xfrm>
          <a:prstGeom prst="rect">
            <a:avLst/>
          </a:prstGeom>
          <a:noFill/>
        </p:spPr>
        <p:txBody>
          <a:bodyPr wrap="square" rtlCol="0">
            <a:spAutoFit/>
          </a:bodyPr>
          <a:lstStyle/>
          <a:p>
            <a:r>
              <a:rPr lang="en-US" sz="1100" dirty="0" err="1">
                <a:solidFill>
                  <a:schemeClr val="bg1"/>
                </a:solidFill>
                <a:latin typeface="Arial" panose="020B0604020202020204" pitchFamily="34" charset="0"/>
                <a:cs typeface="Arial" panose="020B0604020202020204" pitchFamily="34" charset="0"/>
              </a:rPr>
              <a:t>MxD</a:t>
            </a:r>
            <a:r>
              <a:rPr lang="en-US" sz="1100" dirty="0">
                <a:solidFill>
                  <a:schemeClr val="bg1"/>
                </a:solidFill>
                <a:latin typeface="Arial" panose="020B0604020202020204" pitchFamily="34" charset="0"/>
                <a:cs typeface="Arial" panose="020B0604020202020204" pitchFamily="34" charset="0"/>
              </a:rPr>
              <a:t> Proprietary: Do Not Distribute</a:t>
            </a:r>
          </a:p>
        </p:txBody>
      </p:sp>
      <p:sp>
        <p:nvSpPr>
          <p:cNvPr id="3" name="Text Placeholder 2">
            <a:extLst>
              <a:ext uri="{FF2B5EF4-FFF2-40B4-BE49-F238E27FC236}">
                <a16:creationId xmlns:a16="http://schemas.microsoft.com/office/drawing/2014/main" id="{CCF82DFF-5531-44CE-864A-89C9A2DB1FDE}"/>
              </a:ext>
            </a:extLst>
          </p:cNvPr>
          <p:cNvSpPr>
            <a:spLocks noGrp="1"/>
          </p:cNvSpPr>
          <p:nvPr>
            <p:ph type="body" sz="quarter" idx="10" hasCustomPrompt="1"/>
          </p:nvPr>
        </p:nvSpPr>
        <p:spPr>
          <a:xfrm>
            <a:off x="366713" y="2298700"/>
            <a:ext cx="8402637" cy="513511"/>
          </a:xfrm>
          <a:prstGeom prst="rect">
            <a:avLst/>
          </a:prstGeom>
        </p:spPr>
        <p:txBody>
          <a:bodyPr/>
          <a:lstStyle>
            <a:lvl1pPr marL="0" indent="0">
              <a:buNone/>
              <a:defRPr sz="3600"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TITLE</a:t>
            </a:r>
            <a:br>
              <a:rPr lang="en-US" dirty="0"/>
            </a:br>
            <a:endParaRPr lang="en-US" dirty="0"/>
          </a:p>
        </p:txBody>
      </p:sp>
      <p:sp>
        <p:nvSpPr>
          <p:cNvPr id="10" name="Text Placeholder 2">
            <a:extLst>
              <a:ext uri="{FF2B5EF4-FFF2-40B4-BE49-F238E27FC236}">
                <a16:creationId xmlns:a16="http://schemas.microsoft.com/office/drawing/2014/main" id="{B2551550-E358-4745-8426-1E17D0D6E29B}"/>
              </a:ext>
            </a:extLst>
          </p:cNvPr>
          <p:cNvSpPr>
            <a:spLocks noGrp="1"/>
          </p:cNvSpPr>
          <p:nvPr>
            <p:ph type="body" sz="quarter" idx="11" hasCustomPrompt="1"/>
          </p:nvPr>
        </p:nvSpPr>
        <p:spPr>
          <a:xfrm>
            <a:off x="355390" y="2829720"/>
            <a:ext cx="8413789" cy="513511"/>
          </a:xfrm>
          <a:prstGeom prst="rect">
            <a:avLst/>
          </a:prstGeom>
        </p:spPr>
        <p:txBody>
          <a:bodyPr/>
          <a:lstStyle>
            <a:lvl1pPr marL="0" indent="0">
              <a:buNone/>
              <a:defRPr sz="2800"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MEMBER TECHNICAL REVIEW</a:t>
            </a:r>
          </a:p>
        </p:txBody>
      </p:sp>
      <p:sp>
        <p:nvSpPr>
          <p:cNvPr id="11" name="Text Placeholder 2">
            <a:extLst>
              <a:ext uri="{FF2B5EF4-FFF2-40B4-BE49-F238E27FC236}">
                <a16:creationId xmlns:a16="http://schemas.microsoft.com/office/drawing/2014/main" id="{6254EE99-E63F-4891-9F9B-B894B232A74B}"/>
              </a:ext>
            </a:extLst>
          </p:cNvPr>
          <p:cNvSpPr>
            <a:spLocks noGrp="1"/>
          </p:cNvSpPr>
          <p:nvPr>
            <p:ph type="body" sz="quarter" idx="12" hasCustomPrompt="1"/>
          </p:nvPr>
        </p:nvSpPr>
        <p:spPr>
          <a:xfrm>
            <a:off x="353045" y="3371043"/>
            <a:ext cx="8413789" cy="513511"/>
          </a:xfrm>
          <a:prstGeom prst="rect">
            <a:avLst/>
          </a:prstGeom>
        </p:spPr>
        <p:txBody>
          <a:bodyPr/>
          <a:lstStyle>
            <a:lvl1pPr marL="0" indent="0">
              <a:buNone/>
              <a:defRPr sz="2400"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MxD XX-XX-XX</a:t>
            </a:r>
          </a:p>
        </p:txBody>
      </p:sp>
      <p:sp>
        <p:nvSpPr>
          <p:cNvPr id="12" name="Text Placeholder 2">
            <a:extLst>
              <a:ext uri="{FF2B5EF4-FFF2-40B4-BE49-F238E27FC236}">
                <a16:creationId xmlns:a16="http://schemas.microsoft.com/office/drawing/2014/main" id="{4D0AFF0D-3389-4D83-9C3A-8BBDCD76EF49}"/>
              </a:ext>
            </a:extLst>
          </p:cNvPr>
          <p:cNvSpPr>
            <a:spLocks noGrp="1"/>
          </p:cNvSpPr>
          <p:nvPr>
            <p:ph type="body" sz="quarter" idx="13" hasCustomPrompt="1"/>
          </p:nvPr>
        </p:nvSpPr>
        <p:spPr>
          <a:xfrm>
            <a:off x="337579" y="3921817"/>
            <a:ext cx="8413789" cy="513511"/>
          </a:xfrm>
          <a:prstGeom prst="rect">
            <a:avLst/>
          </a:prstGeom>
        </p:spPr>
        <p:txBody>
          <a:bodyPr/>
          <a:lstStyle>
            <a:lvl1pPr marL="0" indent="0">
              <a:buNone/>
              <a:defRPr sz="1800" b="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Date</a:t>
            </a:r>
          </a:p>
        </p:txBody>
      </p:sp>
      <p:sp>
        <p:nvSpPr>
          <p:cNvPr id="5" name="Text Placeholder 4">
            <a:extLst>
              <a:ext uri="{FF2B5EF4-FFF2-40B4-BE49-F238E27FC236}">
                <a16:creationId xmlns:a16="http://schemas.microsoft.com/office/drawing/2014/main" id="{8389CCE1-AF1A-4B8B-B264-A51A9128FF1C}"/>
              </a:ext>
            </a:extLst>
          </p:cNvPr>
          <p:cNvSpPr>
            <a:spLocks noGrp="1"/>
          </p:cNvSpPr>
          <p:nvPr>
            <p:ph type="body" sz="quarter" idx="14" hasCustomPrompt="1"/>
          </p:nvPr>
        </p:nvSpPr>
        <p:spPr>
          <a:xfrm>
            <a:off x="383837" y="4947767"/>
            <a:ext cx="3135312" cy="514350"/>
          </a:xfrm>
          <a:prstGeom prst="rect">
            <a:avLst/>
          </a:prstGeom>
        </p:spPr>
        <p:txBody>
          <a:bodyPr/>
          <a:lstStyle>
            <a:lvl1pPr marL="0" indent="0">
              <a:spcBef>
                <a:spcPts val="0"/>
              </a:spcBef>
              <a:buNone/>
              <a:defRPr sz="14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dirty="0"/>
              <a:t>Role, Company </a:t>
            </a:r>
          </a:p>
          <a:p>
            <a:pPr lvl="0"/>
            <a:r>
              <a:rPr lang="en-US" dirty="0"/>
              <a:t>Email</a:t>
            </a:r>
          </a:p>
        </p:txBody>
      </p:sp>
      <p:sp>
        <p:nvSpPr>
          <p:cNvPr id="19" name="Text Placeholder 4">
            <a:extLst>
              <a:ext uri="{FF2B5EF4-FFF2-40B4-BE49-F238E27FC236}">
                <a16:creationId xmlns:a16="http://schemas.microsoft.com/office/drawing/2014/main" id="{080ABC17-9003-4072-A745-BB1923164760}"/>
              </a:ext>
            </a:extLst>
          </p:cNvPr>
          <p:cNvSpPr>
            <a:spLocks noGrp="1"/>
          </p:cNvSpPr>
          <p:nvPr>
            <p:ph type="body" sz="quarter" idx="15" hasCustomPrompt="1"/>
          </p:nvPr>
        </p:nvSpPr>
        <p:spPr>
          <a:xfrm>
            <a:off x="425086" y="5793674"/>
            <a:ext cx="3135312" cy="514350"/>
          </a:xfrm>
          <a:prstGeom prst="rect">
            <a:avLst/>
          </a:prstGeom>
        </p:spPr>
        <p:txBody>
          <a:bodyPr/>
          <a:lstStyle>
            <a:lvl1pPr marL="0" indent="0">
              <a:spcBef>
                <a:spcPts val="0"/>
              </a:spcBef>
              <a:buNone/>
              <a:defRPr sz="1400" b="1">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b="1" dirty="0"/>
              <a:t>XX/XX/XXXX-XX/XX/XXXX</a:t>
            </a:r>
            <a:endParaRPr lang="en-US" dirty="0"/>
          </a:p>
        </p:txBody>
      </p:sp>
      <p:sp>
        <p:nvSpPr>
          <p:cNvPr id="21" name="Text Placeholder 2">
            <a:extLst>
              <a:ext uri="{FF2B5EF4-FFF2-40B4-BE49-F238E27FC236}">
                <a16:creationId xmlns:a16="http://schemas.microsoft.com/office/drawing/2014/main" id="{A45A9DDA-87A7-470C-B7B2-15A1FC7A08A1}"/>
              </a:ext>
            </a:extLst>
          </p:cNvPr>
          <p:cNvSpPr>
            <a:spLocks noGrp="1"/>
          </p:cNvSpPr>
          <p:nvPr>
            <p:ph type="body" sz="quarter" idx="16" hasCustomPrompt="1"/>
          </p:nvPr>
        </p:nvSpPr>
        <p:spPr>
          <a:xfrm>
            <a:off x="383838" y="4646325"/>
            <a:ext cx="5712162" cy="359655"/>
          </a:xfrm>
          <a:prstGeom prst="rect">
            <a:avLst/>
          </a:prstGeom>
        </p:spPr>
        <p:txBody>
          <a:bodyPr/>
          <a:lstStyle>
            <a:lvl1pPr marL="0" indent="0">
              <a:buNone/>
              <a:defRPr sz="1600"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Primary Point of Contact</a:t>
            </a:r>
          </a:p>
        </p:txBody>
      </p:sp>
      <p:sp>
        <p:nvSpPr>
          <p:cNvPr id="17" name="Text Placeholder 16">
            <a:extLst>
              <a:ext uri="{FF2B5EF4-FFF2-40B4-BE49-F238E27FC236}">
                <a16:creationId xmlns:a16="http://schemas.microsoft.com/office/drawing/2014/main" id="{0402463E-C178-4CB9-834C-7A4FE834BB46}"/>
              </a:ext>
            </a:extLst>
          </p:cNvPr>
          <p:cNvSpPr>
            <a:spLocks noGrp="1"/>
          </p:cNvSpPr>
          <p:nvPr>
            <p:ph type="body" sz="quarter" idx="17" hasCustomPrompt="1"/>
          </p:nvPr>
        </p:nvSpPr>
        <p:spPr>
          <a:xfrm>
            <a:off x="384175" y="5536064"/>
            <a:ext cx="4576763" cy="331787"/>
          </a:xfrm>
          <a:prstGeom prst="rect">
            <a:avLst/>
          </a:prstGeom>
        </p:spPr>
        <p:txBody>
          <a:bodyPr/>
          <a:lstStyle>
            <a:lvl1pPr marL="0" indent="0">
              <a:buNone/>
              <a:defRPr sz="16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en-US" dirty="0"/>
              <a:t>PROJECT PERIOD OF PERFORMANCE</a:t>
            </a:r>
          </a:p>
        </p:txBody>
      </p:sp>
    </p:spTree>
    <p:extLst>
      <p:ext uri="{BB962C8B-B14F-4D97-AF65-F5344CB8AC3E}">
        <p14:creationId xmlns:p14="http://schemas.microsoft.com/office/powerpoint/2010/main" val="1924957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A7EA-F31F-4DBC-A22F-7FFCF04F36BB}"/>
              </a:ext>
            </a:extLst>
          </p:cNvPr>
          <p:cNvSpPr>
            <a:spLocks noGrp="1"/>
          </p:cNvSpPr>
          <p:nvPr>
            <p:ph type="title" hasCustomPrompt="1"/>
          </p:nvPr>
        </p:nvSpPr>
        <p:spPr>
          <a:xfrm>
            <a:off x="406880" y="2759873"/>
            <a:ext cx="10515600" cy="1325563"/>
          </a:xfrm>
          <a:prstGeom prst="rect">
            <a:avLst/>
          </a:prstGeom>
        </p:spPr>
        <p:txBody>
          <a:bodyPr/>
          <a:lstStyle>
            <a:lvl1pPr>
              <a:defRPr b="1"/>
            </a:lvl1pPr>
          </a:lstStyle>
          <a:p>
            <a:r>
              <a:rPr lang="en-US" dirty="0"/>
              <a:t>CLICK TO EDIT MASTER TITLE STYLE</a:t>
            </a:r>
          </a:p>
        </p:txBody>
      </p:sp>
      <p:pic>
        <p:nvPicPr>
          <p:cNvPr id="3" name="Image" descr="Image">
            <a:extLst>
              <a:ext uri="{FF2B5EF4-FFF2-40B4-BE49-F238E27FC236}">
                <a16:creationId xmlns:a16="http://schemas.microsoft.com/office/drawing/2014/main" id="{63B0A104-92A8-4547-980E-D554C3A7CB9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7624119" y="-12690"/>
            <a:ext cx="4576638" cy="6870690"/>
          </a:xfrm>
          <a:prstGeom prst="rect">
            <a:avLst/>
          </a:prstGeom>
          <a:ln w="12700">
            <a:miter lim="400000"/>
          </a:ln>
        </p:spPr>
      </p:pic>
    </p:spTree>
    <p:extLst>
      <p:ext uri="{BB962C8B-B14F-4D97-AF65-F5344CB8AC3E}">
        <p14:creationId xmlns:p14="http://schemas.microsoft.com/office/powerpoint/2010/main" val="3459492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sections">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8C0B1FB-0960-4AA5-A5F7-0375716524C4}"/>
              </a:ext>
            </a:extLst>
          </p:cNvPr>
          <p:cNvSpPr/>
          <p:nvPr userDrawn="1"/>
        </p:nvSpPr>
        <p:spPr>
          <a:xfrm>
            <a:off x="0" y="1"/>
            <a:ext cx="12192000" cy="11430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A45C362-E331-4B15-90EA-D14A2289271C}"/>
              </a:ext>
            </a:extLst>
          </p:cNvPr>
          <p:cNvSpPr/>
          <p:nvPr userDrawn="1"/>
        </p:nvSpPr>
        <p:spPr>
          <a:xfrm>
            <a:off x="11281719" y="0"/>
            <a:ext cx="910281" cy="57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D910F8D-4327-4F33-8EA3-48DDC4739594}"/>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12E24172-3500-4637-8B06-C0068750372F}"/>
              </a:ext>
            </a:extLst>
          </p:cNvPr>
          <p:cNvSpPr/>
          <p:nvPr userDrawn="1"/>
        </p:nvSpPr>
        <p:spPr>
          <a:xfrm>
            <a:off x="181194" y="1289091"/>
            <a:ext cx="2897608" cy="49983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87E5D3D-3D38-4561-B085-706668C23B71}"/>
              </a:ext>
            </a:extLst>
          </p:cNvPr>
          <p:cNvSpPr/>
          <p:nvPr userDrawn="1"/>
        </p:nvSpPr>
        <p:spPr>
          <a:xfrm>
            <a:off x="6137942" y="1278872"/>
            <a:ext cx="2897608" cy="49983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D25521-00A0-4430-81DC-E78C0102E865}"/>
              </a:ext>
            </a:extLst>
          </p:cNvPr>
          <p:cNvSpPr/>
          <p:nvPr userDrawn="1"/>
        </p:nvSpPr>
        <p:spPr>
          <a:xfrm>
            <a:off x="3159568" y="1289091"/>
            <a:ext cx="2897608" cy="49983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1BBD67-0192-470F-9AD1-F4D3C1D9BB6C}"/>
              </a:ext>
            </a:extLst>
          </p:cNvPr>
          <p:cNvSpPr/>
          <p:nvPr userDrawn="1"/>
        </p:nvSpPr>
        <p:spPr>
          <a:xfrm>
            <a:off x="9116316" y="1289091"/>
            <a:ext cx="2897608" cy="4998364"/>
          </a:xfrm>
          <a:prstGeom prst="rect">
            <a:avLst/>
          </a:prstGeom>
          <a:ln>
            <a:solidFill>
              <a:schemeClr val="accent4"/>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7413A42-B7EC-4178-8C10-30C958DF0506}"/>
              </a:ext>
            </a:extLst>
          </p:cNvPr>
          <p:cNvSpPr txBox="1"/>
          <p:nvPr userDrawn="1"/>
        </p:nvSpPr>
        <p:spPr>
          <a:xfrm>
            <a:off x="366584" y="6405997"/>
            <a:ext cx="11552700" cy="215444"/>
          </a:xfrm>
          <a:prstGeom prst="rect">
            <a:avLst/>
          </a:prstGeom>
          <a:noFill/>
        </p:spPr>
        <p:txBody>
          <a:bodyPr wrap="square" rtlCol="0">
            <a:spAutoFit/>
          </a:bodyPr>
          <a:lstStyle/>
          <a:p>
            <a:pPr algn="r"/>
            <a:r>
              <a:rPr lang="en-US" sz="800" dirty="0" err="1">
                <a:solidFill>
                  <a:schemeClr val="accent5">
                    <a:lumMod val="40000"/>
                    <a:lumOff val="60000"/>
                  </a:schemeClr>
                </a:solidFill>
                <a:latin typeface="Arial" panose="020B0604020202020204" pitchFamily="34" charset="0"/>
                <a:cs typeface="Arial" panose="020B0604020202020204" pitchFamily="34" charset="0"/>
              </a:rPr>
              <a:t>MxD</a:t>
            </a:r>
            <a:r>
              <a:rPr lang="en-US" sz="800" dirty="0">
                <a:solidFill>
                  <a:schemeClr val="accent5">
                    <a:lumMod val="40000"/>
                    <a:lumOff val="60000"/>
                  </a:schemeClr>
                </a:solidFill>
                <a:latin typeface="Arial" panose="020B0604020202020204" pitchFamily="34" charset="0"/>
                <a:cs typeface="Arial" panose="020B0604020202020204" pitchFamily="34" charset="0"/>
              </a:rPr>
              <a:t> Proprietary: Do Not Distribute</a:t>
            </a:r>
          </a:p>
        </p:txBody>
      </p:sp>
      <p:sp>
        <p:nvSpPr>
          <p:cNvPr id="4" name="Text Placeholder 3">
            <a:extLst>
              <a:ext uri="{FF2B5EF4-FFF2-40B4-BE49-F238E27FC236}">
                <a16:creationId xmlns:a16="http://schemas.microsoft.com/office/drawing/2014/main" id="{CF5EF363-869A-45FD-A269-1DE0853EBBF5}"/>
              </a:ext>
            </a:extLst>
          </p:cNvPr>
          <p:cNvSpPr>
            <a:spLocks noGrp="1"/>
          </p:cNvSpPr>
          <p:nvPr>
            <p:ph type="body" sz="quarter" idx="10"/>
          </p:nvPr>
        </p:nvSpPr>
        <p:spPr>
          <a:xfrm>
            <a:off x="250825" y="1868488"/>
            <a:ext cx="2736850" cy="4419600"/>
          </a:xfrm>
          <a:prstGeom prst="rect">
            <a:avLst/>
          </a:prstGeom>
        </p:spPr>
        <p:txBody>
          <a:bodyPr/>
          <a:lstStyle>
            <a:lvl1pPr marL="228600" indent="-228600">
              <a:buClr>
                <a:schemeClr val="accent1"/>
              </a:buClr>
              <a:buFont typeface="Wingdings" panose="05000000000000000000" pitchFamily="2" charset="2"/>
              <a:buChar char="§"/>
              <a:defRPr sz="1200">
                <a:solidFill>
                  <a:schemeClr val="bg1"/>
                </a:solidFill>
              </a:defRPr>
            </a:lvl1pPr>
            <a:lvl2pPr marL="685800" indent="-228600">
              <a:buClr>
                <a:schemeClr val="accent1"/>
              </a:buClr>
              <a:buFont typeface="Wingdings" panose="05000000000000000000" pitchFamily="2" charset="2"/>
              <a:buChar char="§"/>
              <a:defRPr sz="1100">
                <a:solidFill>
                  <a:schemeClr val="bg1"/>
                </a:solidFill>
              </a:defRPr>
            </a:lvl2pPr>
            <a:lvl3pPr marL="1143000" indent="-228600">
              <a:buClr>
                <a:schemeClr val="accent1"/>
              </a:buClr>
              <a:buFont typeface="Wingdings" panose="05000000000000000000" pitchFamily="2" charset="2"/>
              <a:buChar char="§"/>
              <a:defRPr sz="1050">
                <a:solidFill>
                  <a:schemeClr val="bg1"/>
                </a:solidFill>
              </a:defRPr>
            </a:lvl3pPr>
            <a:lvl4pPr marL="1600200" indent="-228600">
              <a:buClr>
                <a:schemeClr val="accent1"/>
              </a:buClr>
              <a:buFont typeface="Wingdings" panose="05000000000000000000" pitchFamily="2" charset="2"/>
              <a:buChar char="§"/>
              <a:defRPr sz="1000">
                <a:solidFill>
                  <a:schemeClr val="bg1"/>
                </a:solidFill>
              </a:defRPr>
            </a:lvl4pPr>
            <a:lvl5pPr marL="2057400" indent="-228600">
              <a:buClr>
                <a:schemeClr val="accent1"/>
              </a:buClr>
              <a:buFont typeface="Wingdings" panose="05000000000000000000" pitchFamily="2" charset="2"/>
              <a:buChar char="§"/>
              <a:defRPr sz="10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3">
            <a:extLst>
              <a:ext uri="{FF2B5EF4-FFF2-40B4-BE49-F238E27FC236}">
                <a16:creationId xmlns:a16="http://schemas.microsoft.com/office/drawing/2014/main" id="{7D083194-B604-4235-9721-B092CB02FB6A}"/>
              </a:ext>
            </a:extLst>
          </p:cNvPr>
          <p:cNvSpPr>
            <a:spLocks noGrp="1"/>
          </p:cNvSpPr>
          <p:nvPr>
            <p:ph type="body" sz="quarter" idx="11"/>
          </p:nvPr>
        </p:nvSpPr>
        <p:spPr>
          <a:xfrm>
            <a:off x="3247549" y="1850180"/>
            <a:ext cx="2736850" cy="4419600"/>
          </a:xfrm>
          <a:prstGeom prst="rect">
            <a:avLst/>
          </a:prstGeom>
        </p:spPr>
        <p:txBody>
          <a:bodyPr/>
          <a:lstStyle>
            <a:lvl1pPr marL="228600" indent="-228600">
              <a:buClr>
                <a:schemeClr val="accent1"/>
              </a:buClr>
              <a:buFont typeface="Wingdings" panose="05000000000000000000" pitchFamily="2" charset="2"/>
              <a:buChar char="§"/>
              <a:defRPr sz="1200">
                <a:solidFill>
                  <a:schemeClr val="bg1"/>
                </a:solidFill>
              </a:defRPr>
            </a:lvl1pPr>
            <a:lvl2pPr marL="685800" indent="-228600">
              <a:buClr>
                <a:schemeClr val="accent1"/>
              </a:buClr>
              <a:buFont typeface="Wingdings" panose="05000000000000000000" pitchFamily="2" charset="2"/>
              <a:buChar char="§"/>
              <a:defRPr sz="1100">
                <a:solidFill>
                  <a:schemeClr val="bg1"/>
                </a:solidFill>
              </a:defRPr>
            </a:lvl2pPr>
            <a:lvl3pPr marL="1143000" indent="-228600">
              <a:buClr>
                <a:schemeClr val="accent1"/>
              </a:buClr>
              <a:buFont typeface="Wingdings" panose="05000000000000000000" pitchFamily="2" charset="2"/>
              <a:buChar char="§"/>
              <a:defRPr sz="1050">
                <a:solidFill>
                  <a:schemeClr val="bg1"/>
                </a:solidFill>
              </a:defRPr>
            </a:lvl3pPr>
            <a:lvl4pPr marL="1600200" indent="-228600">
              <a:buClr>
                <a:schemeClr val="accent1"/>
              </a:buClr>
              <a:buFont typeface="Wingdings" panose="05000000000000000000" pitchFamily="2" charset="2"/>
              <a:buChar char="§"/>
              <a:defRPr sz="1000">
                <a:solidFill>
                  <a:schemeClr val="bg1"/>
                </a:solidFill>
              </a:defRPr>
            </a:lvl4pPr>
            <a:lvl5pPr marL="2057400" indent="-228600">
              <a:buClr>
                <a:schemeClr val="accent1"/>
              </a:buClr>
              <a:buFont typeface="Wingdings" panose="05000000000000000000" pitchFamily="2" charset="2"/>
              <a:buChar char="§"/>
              <a:defRPr sz="10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3">
            <a:extLst>
              <a:ext uri="{FF2B5EF4-FFF2-40B4-BE49-F238E27FC236}">
                <a16:creationId xmlns:a16="http://schemas.microsoft.com/office/drawing/2014/main" id="{FC6C94E2-E427-49E6-9DF2-02229F9B0018}"/>
              </a:ext>
            </a:extLst>
          </p:cNvPr>
          <p:cNvSpPr>
            <a:spLocks noGrp="1"/>
          </p:cNvSpPr>
          <p:nvPr>
            <p:ph type="body" sz="quarter" idx="12"/>
          </p:nvPr>
        </p:nvSpPr>
        <p:spPr>
          <a:xfrm>
            <a:off x="6231438" y="1857636"/>
            <a:ext cx="2736850" cy="4419600"/>
          </a:xfrm>
          <a:prstGeom prst="rect">
            <a:avLst/>
          </a:prstGeom>
        </p:spPr>
        <p:txBody>
          <a:bodyPr/>
          <a:lstStyle>
            <a:lvl1pPr marL="228600" indent="-228600">
              <a:buClr>
                <a:schemeClr val="accent1"/>
              </a:buClr>
              <a:buFont typeface="Wingdings" panose="05000000000000000000" pitchFamily="2" charset="2"/>
              <a:buChar char="§"/>
              <a:defRPr sz="1200">
                <a:solidFill>
                  <a:schemeClr val="tx1"/>
                </a:solidFill>
              </a:defRPr>
            </a:lvl1pPr>
            <a:lvl2pPr marL="685800" indent="-228600">
              <a:buClr>
                <a:schemeClr val="accent1"/>
              </a:buClr>
              <a:buFont typeface="Wingdings" panose="05000000000000000000" pitchFamily="2" charset="2"/>
              <a:buChar char="§"/>
              <a:defRPr sz="1100">
                <a:solidFill>
                  <a:schemeClr val="tx1"/>
                </a:solidFill>
              </a:defRPr>
            </a:lvl2pPr>
            <a:lvl3pPr marL="1143000" indent="-228600">
              <a:buClr>
                <a:schemeClr val="accent1"/>
              </a:buClr>
              <a:buFont typeface="Wingdings" panose="05000000000000000000" pitchFamily="2" charset="2"/>
              <a:buChar char="§"/>
              <a:defRPr sz="1050">
                <a:solidFill>
                  <a:schemeClr val="tx1"/>
                </a:solidFill>
              </a:defRPr>
            </a:lvl3pPr>
            <a:lvl4pPr marL="1600200" indent="-228600">
              <a:buClr>
                <a:schemeClr val="accent1"/>
              </a:buClr>
              <a:buFont typeface="Wingdings" panose="05000000000000000000" pitchFamily="2" charset="2"/>
              <a:buChar char="§"/>
              <a:defRPr sz="1000">
                <a:solidFill>
                  <a:schemeClr val="tx1"/>
                </a:solidFill>
              </a:defRPr>
            </a:lvl4pPr>
            <a:lvl5pPr marL="2057400" indent="-228600">
              <a:buClr>
                <a:schemeClr val="accent1"/>
              </a:buClr>
              <a:buFont typeface="Wingdings" panose="05000000000000000000" pitchFamily="2" charset="2"/>
              <a:buChar char="§"/>
              <a:defRPr sz="10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3">
            <a:extLst>
              <a:ext uri="{FF2B5EF4-FFF2-40B4-BE49-F238E27FC236}">
                <a16:creationId xmlns:a16="http://schemas.microsoft.com/office/drawing/2014/main" id="{7AE98FD0-14F1-4F24-9984-648249F204E3}"/>
              </a:ext>
            </a:extLst>
          </p:cNvPr>
          <p:cNvSpPr>
            <a:spLocks noGrp="1"/>
          </p:cNvSpPr>
          <p:nvPr>
            <p:ph type="body" sz="quarter" idx="13"/>
          </p:nvPr>
        </p:nvSpPr>
        <p:spPr>
          <a:xfrm>
            <a:off x="9273956" y="1850180"/>
            <a:ext cx="2736850" cy="4419600"/>
          </a:xfrm>
          <a:prstGeom prst="rect">
            <a:avLst/>
          </a:prstGeom>
        </p:spPr>
        <p:txBody>
          <a:bodyPr/>
          <a:lstStyle>
            <a:lvl1pPr marL="228600" indent="-228600">
              <a:buClr>
                <a:schemeClr val="accent1"/>
              </a:buClr>
              <a:buFont typeface="Wingdings" panose="05000000000000000000" pitchFamily="2" charset="2"/>
              <a:buChar char="§"/>
              <a:defRPr sz="1200">
                <a:solidFill>
                  <a:schemeClr val="bg1"/>
                </a:solidFill>
              </a:defRPr>
            </a:lvl1pPr>
            <a:lvl2pPr marL="685800" indent="-228600">
              <a:buClr>
                <a:schemeClr val="accent1"/>
              </a:buClr>
              <a:buFont typeface="Wingdings" panose="05000000000000000000" pitchFamily="2" charset="2"/>
              <a:buChar char="§"/>
              <a:defRPr sz="1100">
                <a:solidFill>
                  <a:schemeClr val="bg1"/>
                </a:solidFill>
              </a:defRPr>
            </a:lvl2pPr>
            <a:lvl3pPr marL="1143000" indent="-228600">
              <a:buClr>
                <a:schemeClr val="accent1"/>
              </a:buClr>
              <a:buFont typeface="Wingdings" panose="05000000000000000000" pitchFamily="2" charset="2"/>
              <a:buChar char="§"/>
              <a:defRPr sz="1050">
                <a:solidFill>
                  <a:schemeClr val="bg1"/>
                </a:solidFill>
              </a:defRPr>
            </a:lvl3pPr>
            <a:lvl4pPr marL="1600200" indent="-228600">
              <a:buClr>
                <a:schemeClr val="accent1"/>
              </a:buClr>
              <a:buFont typeface="Wingdings" panose="05000000000000000000" pitchFamily="2" charset="2"/>
              <a:buChar char="§"/>
              <a:defRPr sz="1000">
                <a:solidFill>
                  <a:schemeClr val="bg1"/>
                </a:solidFill>
              </a:defRPr>
            </a:lvl4pPr>
            <a:lvl5pPr marL="2057400" indent="-228600">
              <a:buClr>
                <a:schemeClr val="accent1"/>
              </a:buClr>
              <a:buFont typeface="Wingdings" panose="05000000000000000000" pitchFamily="2" charset="2"/>
              <a:buChar char="§"/>
              <a:defRPr sz="10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89A8C6BB-117D-4E9B-9641-966493D926AD}"/>
              </a:ext>
            </a:extLst>
          </p:cNvPr>
          <p:cNvSpPr>
            <a:spLocks noGrp="1"/>
          </p:cNvSpPr>
          <p:nvPr>
            <p:ph type="body" sz="quarter" idx="14" hasCustomPrompt="1"/>
          </p:nvPr>
        </p:nvSpPr>
        <p:spPr>
          <a:xfrm>
            <a:off x="250825" y="1338263"/>
            <a:ext cx="2735263" cy="384175"/>
          </a:xfrm>
          <a:prstGeom prst="rect">
            <a:avLst/>
          </a:prstGeom>
        </p:spPr>
        <p:txBody>
          <a:bodyPr/>
          <a:lstStyle>
            <a:lvl1pPr marL="0" indent="0">
              <a:buNone/>
              <a:defRPr sz="1600" b="1">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EDIT MASTER</a:t>
            </a:r>
          </a:p>
        </p:txBody>
      </p:sp>
      <p:sp>
        <p:nvSpPr>
          <p:cNvPr id="21" name="Text Placeholder 2">
            <a:extLst>
              <a:ext uri="{FF2B5EF4-FFF2-40B4-BE49-F238E27FC236}">
                <a16:creationId xmlns:a16="http://schemas.microsoft.com/office/drawing/2014/main" id="{C7E6D1CF-3D35-44DC-AD74-17FB2B8ADBC6}"/>
              </a:ext>
            </a:extLst>
          </p:cNvPr>
          <p:cNvSpPr>
            <a:spLocks noGrp="1"/>
          </p:cNvSpPr>
          <p:nvPr>
            <p:ph type="body" sz="quarter" idx="15" hasCustomPrompt="1"/>
          </p:nvPr>
        </p:nvSpPr>
        <p:spPr>
          <a:xfrm>
            <a:off x="3249136" y="1337741"/>
            <a:ext cx="2735263" cy="384175"/>
          </a:xfrm>
          <a:prstGeom prst="rect">
            <a:avLst/>
          </a:prstGeom>
        </p:spPr>
        <p:txBody>
          <a:bodyPr/>
          <a:lstStyle>
            <a:lvl1pPr marL="0" indent="0">
              <a:buNone/>
              <a:defRPr sz="1600" b="1">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EDIT MASTER</a:t>
            </a:r>
          </a:p>
        </p:txBody>
      </p:sp>
      <p:sp>
        <p:nvSpPr>
          <p:cNvPr id="23" name="Text Placeholder 2">
            <a:extLst>
              <a:ext uri="{FF2B5EF4-FFF2-40B4-BE49-F238E27FC236}">
                <a16:creationId xmlns:a16="http://schemas.microsoft.com/office/drawing/2014/main" id="{883223D4-85C0-495C-82EF-D76506D6F990}"/>
              </a:ext>
            </a:extLst>
          </p:cNvPr>
          <p:cNvSpPr>
            <a:spLocks noGrp="1"/>
          </p:cNvSpPr>
          <p:nvPr>
            <p:ph type="body" sz="quarter" idx="16" hasCustomPrompt="1"/>
          </p:nvPr>
        </p:nvSpPr>
        <p:spPr>
          <a:xfrm>
            <a:off x="6242570" y="1336889"/>
            <a:ext cx="2735263" cy="384175"/>
          </a:xfrm>
          <a:prstGeom prst="rect">
            <a:avLst/>
          </a:prstGeom>
        </p:spPr>
        <p:txBody>
          <a:bodyPr/>
          <a:lstStyle>
            <a:lvl1pPr marL="0" indent="0">
              <a:buNone/>
              <a:defRPr sz="1600" b="1">
                <a:solidFill>
                  <a:schemeClr val="tx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EDIT MASTER</a:t>
            </a:r>
          </a:p>
        </p:txBody>
      </p:sp>
      <p:sp>
        <p:nvSpPr>
          <p:cNvPr id="28" name="Text Placeholder 2">
            <a:extLst>
              <a:ext uri="{FF2B5EF4-FFF2-40B4-BE49-F238E27FC236}">
                <a16:creationId xmlns:a16="http://schemas.microsoft.com/office/drawing/2014/main" id="{EE87EDD4-DF7B-4FEE-92D0-890D54A7D8B9}"/>
              </a:ext>
            </a:extLst>
          </p:cNvPr>
          <p:cNvSpPr>
            <a:spLocks noGrp="1"/>
          </p:cNvSpPr>
          <p:nvPr>
            <p:ph type="body" sz="quarter" idx="17" hasCustomPrompt="1"/>
          </p:nvPr>
        </p:nvSpPr>
        <p:spPr>
          <a:xfrm>
            <a:off x="9205912" y="1336888"/>
            <a:ext cx="2735263" cy="384175"/>
          </a:xfrm>
          <a:prstGeom prst="rect">
            <a:avLst/>
          </a:prstGeom>
        </p:spPr>
        <p:txBody>
          <a:bodyPr/>
          <a:lstStyle>
            <a:lvl1pPr marL="0" indent="0">
              <a:buNone/>
              <a:defRPr sz="1600" b="1">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EDIT MASTER</a:t>
            </a:r>
          </a:p>
        </p:txBody>
      </p:sp>
      <p:sp>
        <p:nvSpPr>
          <p:cNvPr id="29" name="Content Placeholder 7">
            <a:extLst>
              <a:ext uri="{FF2B5EF4-FFF2-40B4-BE49-F238E27FC236}">
                <a16:creationId xmlns:a16="http://schemas.microsoft.com/office/drawing/2014/main" id="{6F65E6B2-B880-49A4-B588-4654D06A9782}"/>
              </a:ext>
            </a:extLst>
          </p:cNvPr>
          <p:cNvSpPr>
            <a:spLocks noGrp="1"/>
          </p:cNvSpPr>
          <p:nvPr>
            <p:ph sz="quarter" idx="18" hasCustomPrompt="1"/>
          </p:nvPr>
        </p:nvSpPr>
        <p:spPr>
          <a:xfrm>
            <a:off x="366713" y="201613"/>
            <a:ext cx="10025062" cy="739775"/>
          </a:xfrm>
          <a:prstGeom prst="rect">
            <a:avLst/>
          </a:prstGeom>
        </p:spPr>
        <p:txBody>
          <a:bodyPr/>
          <a:lstStyle>
            <a:lvl1pPr marL="0" indent="0">
              <a:buNone/>
              <a:defRPr sz="4000" b="1">
                <a:solidFill>
                  <a:schemeClr val="bg1"/>
                </a:solidFill>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98660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633EC47-AFE5-4BB6-A1F2-0F44742D2668}"/>
              </a:ext>
            </a:extLst>
          </p:cNvPr>
          <p:cNvSpPr/>
          <p:nvPr userDrawn="1"/>
        </p:nvSpPr>
        <p:spPr>
          <a:xfrm>
            <a:off x="11281719" y="0"/>
            <a:ext cx="910281" cy="57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3B03010-7576-4F81-B5D7-1ACDF1EA9981}"/>
              </a:ext>
            </a:extLst>
          </p:cNvPr>
          <p:cNvSpPr txBox="1"/>
          <p:nvPr userDrawn="1"/>
        </p:nvSpPr>
        <p:spPr>
          <a:xfrm>
            <a:off x="5298141" y="699247"/>
            <a:ext cx="6481483" cy="461665"/>
          </a:xfrm>
          <a:prstGeom prst="rect">
            <a:avLst/>
          </a:prstGeom>
          <a:noFill/>
        </p:spPr>
        <p:txBody>
          <a:bodyPr wrap="square" rtlCol="0">
            <a:spAutoFit/>
          </a:bodyPr>
          <a:lstStyle/>
          <a:p>
            <a:endParaRPr lang="en-US" sz="2400" b="1" dirty="0">
              <a:solidFill>
                <a:schemeClr val="accent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8C59CED4-ED00-4119-AA0F-9F2477380E39}"/>
              </a:ext>
            </a:extLst>
          </p:cNvPr>
          <p:cNvSpPr txBox="1"/>
          <p:nvPr userDrawn="1"/>
        </p:nvSpPr>
        <p:spPr>
          <a:xfrm>
            <a:off x="5190565" y="1108428"/>
            <a:ext cx="6481483" cy="369332"/>
          </a:xfrm>
          <a:prstGeom prst="rect">
            <a:avLst/>
          </a:prstGeom>
          <a:noFill/>
        </p:spPr>
        <p:txBody>
          <a:bodyPr wrap="square" rtlCol="0">
            <a:spAutoFit/>
          </a:bodyPr>
          <a:lstStyle/>
          <a:p>
            <a:pPr marL="115887" indent="0">
              <a:buNone/>
            </a:pPr>
            <a:endParaRPr lang="en-US"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C4470EFD-E16C-4299-A172-629741A48822}"/>
              </a:ext>
            </a:extLst>
          </p:cNvPr>
          <p:cNvSpPr txBox="1"/>
          <p:nvPr userDrawn="1"/>
        </p:nvSpPr>
        <p:spPr>
          <a:xfrm>
            <a:off x="366584" y="6405997"/>
            <a:ext cx="11552700" cy="215444"/>
          </a:xfrm>
          <a:prstGeom prst="rect">
            <a:avLst/>
          </a:prstGeom>
          <a:noFill/>
        </p:spPr>
        <p:txBody>
          <a:bodyPr wrap="square" rtlCol="0">
            <a:spAutoFit/>
          </a:bodyPr>
          <a:lstStyle/>
          <a:p>
            <a:pPr algn="r"/>
            <a:r>
              <a:rPr lang="en-US" sz="800" dirty="0" err="1">
                <a:solidFill>
                  <a:schemeClr val="accent5">
                    <a:lumMod val="40000"/>
                    <a:lumOff val="60000"/>
                  </a:schemeClr>
                </a:solidFill>
                <a:latin typeface="Arial" panose="020B0604020202020204" pitchFamily="34" charset="0"/>
                <a:cs typeface="Arial" panose="020B0604020202020204" pitchFamily="34" charset="0"/>
              </a:rPr>
              <a:t>MxD</a:t>
            </a:r>
            <a:r>
              <a:rPr lang="en-US" sz="800" dirty="0">
                <a:solidFill>
                  <a:schemeClr val="accent5">
                    <a:lumMod val="40000"/>
                    <a:lumOff val="60000"/>
                  </a:schemeClr>
                </a:solidFill>
                <a:latin typeface="Arial" panose="020B0604020202020204" pitchFamily="34" charset="0"/>
                <a:cs typeface="Arial" panose="020B0604020202020204" pitchFamily="34" charset="0"/>
              </a:rPr>
              <a:t> Proprietary: Do Not Distribute</a:t>
            </a:r>
          </a:p>
        </p:txBody>
      </p:sp>
      <p:pic>
        <p:nvPicPr>
          <p:cNvPr id="17" name="Picture 16">
            <a:extLst>
              <a:ext uri="{FF2B5EF4-FFF2-40B4-BE49-F238E27FC236}">
                <a16:creationId xmlns:a16="http://schemas.microsoft.com/office/drawing/2014/main" id="{D258CF3A-E80B-4D05-88DB-328B5CE05E3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4941116" cy="6858000"/>
          </a:xfrm>
          <a:prstGeom prst="rect">
            <a:avLst/>
          </a:prstGeom>
        </p:spPr>
      </p:pic>
      <p:sp>
        <p:nvSpPr>
          <p:cNvPr id="19" name="TextBox 18">
            <a:extLst>
              <a:ext uri="{FF2B5EF4-FFF2-40B4-BE49-F238E27FC236}">
                <a16:creationId xmlns:a16="http://schemas.microsoft.com/office/drawing/2014/main" id="{48FAF0D9-D67A-437A-86C7-D27BF2592790}"/>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20" name="Content Placeholder 2">
            <a:extLst>
              <a:ext uri="{FF2B5EF4-FFF2-40B4-BE49-F238E27FC236}">
                <a16:creationId xmlns:a16="http://schemas.microsoft.com/office/drawing/2014/main" id="{E925CC02-D154-4DE6-BD72-D12C862D37C9}"/>
              </a:ext>
            </a:extLst>
          </p:cNvPr>
          <p:cNvSpPr>
            <a:spLocks noGrp="1"/>
          </p:cNvSpPr>
          <p:nvPr>
            <p:ph sz="quarter" idx="10" hasCustomPrompt="1"/>
          </p:nvPr>
        </p:nvSpPr>
        <p:spPr>
          <a:xfrm>
            <a:off x="222250" y="210900"/>
            <a:ext cx="4511675" cy="1336675"/>
          </a:xfrm>
          <a:prstGeom prst="rect">
            <a:avLst/>
          </a:prstGeom>
        </p:spPr>
        <p:txBody>
          <a:bodyPr/>
          <a:lstStyle>
            <a:lvl1pPr marL="0" indent="0">
              <a:buNone/>
              <a:defRPr sz="4000" b="1">
                <a:solidFill>
                  <a:schemeClr val="bg1"/>
                </a:solidFill>
              </a:defRPr>
            </a:lvl1pPr>
            <a:lvl2pPr marL="457200" indent="0">
              <a:buNone/>
              <a:defRPr/>
            </a:lvl2pPr>
          </a:lstStyle>
          <a:p>
            <a:pPr lvl="0"/>
            <a:r>
              <a:rPr lang="en-US" dirty="0"/>
              <a:t>EDIT MASTER TEXT STYLES</a:t>
            </a:r>
          </a:p>
        </p:txBody>
      </p:sp>
      <p:sp>
        <p:nvSpPr>
          <p:cNvPr id="21" name="Content Placeholder 4">
            <a:extLst>
              <a:ext uri="{FF2B5EF4-FFF2-40B4-BE49-F238E27FC236}">
                <a16:creationId xmlns:a16="http://schemas.microsoft.com/office/drawing/2014/main" id="{D6117FF6-5E64-4238-990A-AEA61414CE85}"/>
              </a:ext>
            </a:extLst>
          </p:cNvPr>
          <p:cNvSpPr>
            <a:spLocks noGrp="1"/>
          </p:cNvSpPr>
          <p:nvPr>
            <p:ph sz="quarter" idx="11" hasCustomPrompt="1"/>
          </p:nvPr>
        </p:nvSpPr>
        <p:spPr>
          <a:xfrm>
            <a:off x="5297488" y="692150"/>
            <a:ext cx="6481762" cy="461963"/>
          </a:xfrm>
          <a:prstGeom prst="rect">
            <a:avLst/>
          </a:prstGeom>
        </p:spPr>
        <p:txBody>
          <a:bodyPr/>
          <a:lstStyle>
            <a:lvl1pPr marL="0" indent="0">
              <a:buNone/>
              <a:defRPr sz="2400" b="1">
                <a:solidFill>
                  <a:schemeClr val="accent1"/>
                </a:solidFill>
                <a:latin typeface="+mj-lt"/>
              </a:defRPr>
            </a:lvl1pPr>
            <a:lvl2pPr>
              <a:defRPr sz="3200" b="1">
                <a:solidFill>
                  <a:schemeClr val="accent1"/>
                </a:solidFill>
              </a:defRPr>
            </a:lvl2pPr>
            <a:lvl3pPr>
              <a:defRPr sz="2800" b="1">
                <a:solidFill>
                  <a:schemeClr val="accent1"/>
                </a:solidFill>
              </a:defRPr>
            </a:lvl3pPr>
            <a:lvl4pPr>
              <a:defRPr sz="2400" b="1">
                <a:solidFill>
                  <a:schemeClr val="accent1"/>
                </a:solidFill>
              </a:defRPr>
            </a:lvl4pPr>
            <a:lvl5pPr>
              <a:defRPr sz="2400" b="1">
                <a:solidFill>
                  <a:schemeClr val="accent1"/>
                </a:solidFill>
              </a:defRPr>
            </a:lvl5pPr>
          </a:lstStyle>
          <a:p>
            <a:pPr lvl="0"/>
            <a:r>
              <a:rPr lang="en-US" dirty="0"/>
              <a:t>EDIT MASTER TEXT STYLES</a:t>
            </a:r>
          </a:p>
        </p:txBody>
      </p:sp>
      <p:sp>
        <p:nvSpPr>
          <p:cNvPr id="22" name="Content Placeholder 6">
            <a:extLst>
              <a:ext uri="{FF2B5EF4-FFF2-40B4-BE49-F238E27FC236}">
                <a16:creationId xmlns:a16="http://schemas.microsoft.com/office/drawing/2014/main" id="{5BA91AAD-068D-49BC-A0CB-BBBAA0327E74}"/>
              </a:ext>
            </a:extLst>
          </p:cNvPr>
          <p:cNvSpPr>
            <a:spLocks noGrp="1"/>
          </p:cNvSpPr>
          <p:nvPr>
            <p:ph sz="quarter" idx="12"/>
          </p:nvPr>
        </p:nvSpPr>
        <p:spPr>
          <a:xfrm>
            <a:off x="5241178" y="1079788"/>
            <a:ext cx="6481762" cy="2069763"/>
          </a:xfrm>
          <a:prstGeom prst="rect">
            <a:avLst/>
          </a:prstGeom>
        </p:spPr>
        <p:txBody>
          <a:bodyPr/>
          <a:lstStyle>
            <a:lvl1pPr marL="228600" indent="-228600">
              <a:buClr>
                <a:schemeClr val="accent1"/>
              </a:buClr>
              <a:buFont typeface="Wingdings" panose="05000000000000000000" pitchFamily="2" charset="2"/>
              <a:buChar char="§"/>
              <a:defRPr sz="1800">
                <a:solidFill>
                  <a:schemeClr val="tx1"/>
                </a:solidFill>
                <a:latin typeface="+mn-lt"/>
              </a:defRPr>
            </a:lvl1pPr>
            <a:lvl2pPr marL="685800" indent="-228600">
              <a:buClrTx/>
              <a:buFont typeface="Arial" panose="020B0604020202020204" pitchFamily="34" charset="0"/>
              <a:buChar char="•"/>
              <a:defRPr sz="1600">
                <a:solidFill>
                  <a:schemeClr val="tx1"/>
                </a:solidFill>
                <a:latin typeface="+mn-lt"/>
              </a:defRPr>
            </a:lvl2pPr>
            <a:lvl3pPr marL="1143000" indent="-228600">
              <a:buClrTx/>
              <a:buFont typeface="Arial" panose="020B0604020202020204" pitchFamily="34" charset="0"/>
              <a:buChar char="•"/>
              <a:defRPr sz="1400">
                <a:solidFill>
                  <a:schemeClr val="tx1"/>
                </a:solidFill>
                <a:latin typeface="+mn-lt"/>
              </a:defRPr>
            </a:lvl3pPr>
            <a:lvl4pPr marL="1600200" indent="-228600">
              <a:buClrTx/>
              <a:buFont typeface="Arial" panose="020B0604020202020204" pitchFamily="34" charset="0"/>
              <a:buChar char="•"/>
              <a:defRPr sz="1200">
                <a:solidFill>
                  <a:schemeClr val="tx1"/>
                </a:solidFill>
                <a:latin typeface="+mn-lt"/>
              </a:defRPr>
            </a:lvl4pPr>
            <a:lvl5pPr marL="2057400" indent="-228600">
              <a:buClrTx/>
              <a:buFont typeface="Arial" panose="020B0604020202020204" pitchFamily="34" charset="0"/>
              <a:buChar char="•"/>
              <a:defRPr sz="120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1633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633EC47-AFE5-4BB6-A1F2-0F44742D2668}"/>
              </a:ext>
            </a:extLst>
          </p:cNvPr>
          <p:cNvSpPr/>
          <p:nvPr userDrawn="1"/>
        </p:nvSpPr>
        <p:spPr>
          <a:xfrm>
            <a:off x="11281719" y="0"/>
            <a:ext cx="910281" cy="57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4470EFD-E16C-4299-A172-629741A48822}"/>
              </a:ext>
            </a:extLst>
          </p:cNvPr>
          <p:cNvSpPr txBox="1"/>
          <p:nvPr userDrawn="1"/>
        </p:nvSpPr>
        <p:spPr>
          <a:xfrm>
            <a:off x="366584" y="6405997"/>
            <a:ext cx="11552700" cy="215444"/>
          </a:xfrm>
          <a:prstGeom prst="rect">
            <a:avLst/>
          </a:prstGeom>
          <a:noFill/>
        </p:spPr>
        <p:txBody>
          <a:bodyPr wrap="square" rtlCol="0">
            <a:spAutoFit/>
          </a:bodyPr>
          <a:lstStyle/>
          <a:p>
            <a:pPr algn="r"/>
            <a:r>
              <a:rPr lang="en-US" sz="800" dirty="0" err="1">
                <a:solidFill>
                  <a:schemeClr val="accent5">
                    <a:lumMod val="40000"/>
                    <a:lumOff val="60000"/>
                  </a:schemeClr>
                </a:solidFill>
                <a:latin typeface="Arial" panose="020B0604020202020204" pitchFamily="34" charset="0"/>
                <a:cs typeface="Arial" panose="020B0604020202020204" pitchFamily="34" charset="0"/>
              </a:rPr>
              <a:t>MxD</a:t>
            </a:r>
            <a:r>
              <a:rPr lang="en-US" sz="800" dirty="0">
                <a:solidFill>
                  <a:schemeClr val="accent5">
                    <a:lumMod val="40000"/>
                    <a:lumOff val="60000"/>
                  </a:schemeClr>
                </a:solidFill>
                <a:latin typeface="Arial" panose="020B0604020202020204" pitchFamily="34" charset="0"/>
                <a:cs typeface="Arial" panose="020B0604020202020204" pitchFamily="34" charset="0"/>
              </a:rPr>
              <a:t> Proprietary: Do Not Distribute</a:t>
            </a:r>
          </a:p>
        </p:txBody>
      </p:sp>
      <p:pic>
        <p:nvPicPr>
          <p:cNvPr id="17" name="Picture 16">
            <a:extLst>
              <a:ext uri="{FF2B5EF4-FFF2-40B4-BE49-F238E27FC236}">
                <a16:creationId xmlns:a16="http://schemas.microsoft.com/office/drawing/2014/main" id="{D258CF3A-E80B-4D05-88DB-328B5CE05E3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4941116" cy="6858000"/>
          </a:xfrm>
          <a:prstGeom prst="rect">
            <a:avLst/>
          </a:prstGeom>
        </p:spPr>
      </p:pic>
      <p:sp>
        <p:nvSpPr>
          <p:cNvPr id="19" name="TextBox 18">
            <a:extLst>
              <a:ext uri="{FF2B5EF4-FFF2-40B4-BE49-F238E27FC236}">
                <a16:creationId xmlns:a16="http://schemas.microsoft.com/office/drawing/2014/main" id="{48FAF0D9-D67A-437A-86C7-D27BF2592790}"/>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5D82C34-DAAC-42EE-8DD9-3AC713511BF4}"/>
              </a:ext>
            </a:extLst>
          </p:cNvPr>
          <p:cNvSpPr>
            <a:spLocks noGrp="1"/>
          </p:cNvSpPr>
          <p:nvPr>
            <p:ph sz="quarter" idx="10" hasCustomPrompt="1"/>
          </p:nvPr>
        </p:nvSpPr>
        <p:spPr>
          <a:xfrm>
            <a:off x="222250" y="210900"/>
            <a:ext cx="4511675" cy="1336675"/>
          </a:xfrm>
          <a:prstGeom prst="rect">
            <a:avLst/>
          </a:prstGeom>
        </p:spPr>
        <p:txBody>
          <a:bodyPr/>
          <a:lstStyle>
            <a:lvl1pPr marL="0" indent="0">
              <a:buNone/>
              <a:defRPr sz="4000" b="1">
                <a:solidFill>
                  <a:schemeClr val="bg1"/>
                </a:solidFill>
              </a:defRPr>
            </a:lvl1pPr>
            <a:lvl2pPr marL="457200" indent="0">
              <a:buNone/>
              <a:defRPr/>
            </a:lvl2pPr>
          </a:lstStyle>
          <a:p>
            <a:pPr lvl="0"/>
            <a:r>
              <a:rPr lang="en-US" dirty="0"/>
              <a:t>EDIT MASTER TEXT STYLES</a:t>
            </a:r>
          </a:p>
        </p:txBody>
      </p:sp>
      <p:sp>
        <p:nvSpPr>
          <p:cNvPr id="5" name="Content Placeholder 4">
            <a:extLst>
              <a:ext uri="{FF2B5EF4-FFF2-40B4-BE49-F238E27FC236}">
                <a16:creationId xmlns:a16="http://schemas.microsoft.com/office/drawing/2014/main" id="{BF334C06-7D29-4BC4-ADEF-8BD96AB5F761}"/>
              </a:ext>
            </a:extLst>
          </p:cNvPr>
          <p:cNvSpPr>
            <a:spLocks noGrp="1"/>
          </p:cNvSpPr>
          <p:nvPr>
            <p:ph sz="quarter" idx="11" hasCustomPrompt="1"/>
          </p:nvPr>
        </p:nvSpPr>
        <p:spPr>
          <a:xfrm>
            <a:off x="5297488" y="692150"/>
            <a:ext cx="6481762" cy="461963"/>
          </a:xfrm>
          <a:prstGeom prst="rect">
            <a:avLst/>
          </a:prstGeom>
        </p:spPr>
        <p:txBody>
          <a:bodyPr/>
          <a:lstStyle>
            <a:lvl1pPr marL="0" indent="0">
              <a:buNone/>
              <a:defRPr sz="2400" b="1">
                <a:solidFill>
                  <a:schemeClr val="accent1"/>
                </a:solidFill>
                <a:latin typeface="+mj-lt"/>
              </a:defRPr>
            </a:lvl1pPr>
            <a:lvl2pPr>
              <a:defRPr sz="3200" b="1">
                <a:solidFill>
                  <a:schemeClr val="accent1"/>
                </a:solidFill>
              </a:defRPr>
            </a:lvl2pPr>
            <a:lvl3pPr>
              <a:defRPr sz="2800" b="1">
                <a:solidFill>
                  <a:schemeClr val="accent1"/>
                </a:solidFill>
              </a:defRPr>
            </a:lvl3pPr>
            <a:lvl4pPr>
              <a:defRPr sz="2400" b="1">
                <a:solidFill>
                  <a:schemeClr val="accent1"/>
                </a:solidFill>
              </a:defRPr>
            </a:lvl4pPr>
            <a:lvl5pPr>
              <a:defRPr sz="2400" b="1">
                <a:solidFill>
                  <a:schemeClr val="accent1"/>
                </a:solidFill>
              </a:defRPr>
            </a:lvl5pPr>
          </a:lstStyle>
          <a:p>
            <a:pPr lvl="0"/>
            <a:r>
              <a:rPr lang="en-US" dirty="0"/>
              <a:t>EDIT MASTER TEXT STYLES</a:t>
            </a:r>
          </a:p>
        </p:txBody>
      </p:sp>
      <p:sp>
        <p:nvSpPr>
          <p:cNvPr id="7" name="Content Placeholder 6">
            <a:extLst>
              <a:ext uri="{FF2B5EF4-FFF2-40B4-BE49-F238E27FC236}">
                <a16:creationId xmlns:a16="http://schemas.microsoft.com/office/drawing/2014/main" id="{74F43372-2E83-4914-81F2-7CEA00CCF3AC}"/>
              </a:ext>
            </a:extLst>
          </p:cNvPr>
          <p:cNvSpPr>
            <a:spLocks noGrp="1"/>
          </p:cNvSpPr>
          <p:nvPr>
            <p:ph sz="quarter" idx="12"/>
          </p:nvPr>
        </p:nvSpPr>
        <p:spPr>
          <a:xfrm>
            <a:off x="5241178" y="1079788"/>
            <a:ext cx="6481762" cy="2069763"/>
          </a:xfrm>
          <a:prstGeom prst="rect">
            <a:avLst/>
          </a:prstGeom>
        </p:spPr>
        <p:txBody>
          <a:bodyPr/>
          <a:lstStyle>
            <a:lvl1pPr marL="228600" indent="-228600">
              <a:buClr>
                <a:schemeClr val="accent1"/>
              </a:buClr>
              <a:buFont typeface="Wingdings" panose="05000000000000000000" pitchFamily="2" charset="2"/>
              <a:buChar char="§"/>
              <a:defRPr sz="1800">
                <a:solidFill>
                  <a:schemeClr val="tx1"/>
                </a:solidFill>
                <a:latin typeface="+mn-lt"/>
              </a:defRPr>
            </a:lvl1pPr>
            <a:lvl2pPr marL="685800" indent="-228600">
              <a:buClrTx/>
              <a:buFont typeface="Arial" panose="020B0604020202020204" pitchFamily="34" charset="0"/>
              <a:buChar char="•"/>
              <a:defRPr sz="1600">
                <a:solidFill>
                  <a:schemeClr val="tx1"/>
                </a:solidFill>
                <a:latin typeface="+mn-lt"/>
              </a:defRPr>
            </a:lvl2pPr>
            <a:lvl3pPr marL="1143000" indent="-228600">
              <a:buClrTx/>
              <a:buFont typeface="Arial" panose="020B0604020202020204" pitchFamily="34" charset="0"/>
              <a:buChar char="•"/>
              <a:defRPr sz="1400">
                <a:solidFill>
                  <a:schemeClr val="tx1"/>
                </a:solidFill>
                <a:latin typeface="+mn-lt"/>
              </a:defRPr>
            </a:lvl3pPr>
            <a:lvl4pPr marL="1600200" indent="-228600">
              <a:buClrTx/>
              <a:buFont typeface="Arial" panose="020B0604020202020204" pitchFamily="34" charset="0"/>
              <a:buChar char="•"/>
              <a:defRPr sz="1200">
                <a:solidFill>
                  <a:schemeClr val="tx1"/>
                </a:solidFill>
                <a:latin typeface="+mn-lt"/>
              </a:defRPr>
            </a:lvl4pPr>
            <a:lvl5pPr marL="2057400" indent="-228600">
              <a:buClrTx/>
              <a:buFont typeface="Arial" panose="020B0604020202020204" pitchFamily="34" charset="0"/>
              <a:buChar char="•"/>
              <a:defRPr sz="120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Content Placeholder 4">
            <a:extLst>
              <a:ext uri="{FF2B5EF4-FFF2-40B4-BE49-F238E27FC236}">
                <a16:creationId xmlns:a16="http://schemas.microsoft.com/office/drawing/2014/main" id="{5D09E619-0342-4BA7-AF4C-DE5A4BF7F5D9}"/>
              </a:ext>
            </a:extLst>
          </p:cNvPr>
          <p:cNvSpPr>
            <a:spLocks noGrp="1"/>
          </p:cNvSpPr>
          <p:nvPr>
            <p:ph sz="quarter" idx="13" hasCustomPrompt="1"/>
          </p:nvPr>
        </p:nvSpPr>
        <p:spPr>
          <a:xfrm>
            <a:off x="5297488" y="3237373"/>
            <a:ext cx="6481762" cy="461963"/>
          </a:xfrm>
          <a:prstGeom prst="rect">
            <a:avLst/>
          </a:prstGeom>
        </p:spPr>
        <p:txBody>
          <a:bodyPr/>
          <a:lstStyle>
            <a:lvl1pPr marL="0" indent="0">
              <a:buNone/>
              <a:defRPr sz="2400" b="1">
                <a:solidFill>
                  <a:schemeClr val="accent1"/>
                </a:solidFill>
                <a:latin typeface="+mj-lt"/>
              </a:defRPr>
            </a:lvl1pPr>
            <a:lvl2pPr>
              <a:defRPr sz="3200" b="1">
                <a:solidFill>
                  <a:schemeClr val="accent1"/>
                </a:solidFill>
              </a:defRPr>
            </a:lvl2pPr>
            <a:lvl3pPr>
              <a:defRPr sz="2800" b="1">
                <a:solidFill>
                  <a:schemeClr val="accent1"/>
                </a:solidFill>
              </a:defRPr>
            </a:lvl3pPr>
            <a:lvl4pPr>
              <a:defRPr sz="2400" b="1">
                <a:solidFill>
                  <a:schemeClr val="accent1"/>
                </a:solidFill>
              </a:defRPr>
            </a:lvl4pPr>
            <a:lvl5pPr>
              <a:defRPr sz="2400" b="1">
                <a:solidFill>
                  <a:schemeClr val="accent1"/>
                </a:solidFill>
              </a:defRPr>
            </a:lvl5pPr>
          </a:lstStyle>
          <a:p>
            <a:pPr lvl="0"/>
            <a:r>
              <a:rPr lang="en-US" dirty="0"/>
              <a:t>EDIT MASTER TEXT STYLES</a:t>
            </a:r>
          </a:p>
        </p:txBody>
      </p:sp>
      <p:sp>
        <p:nvSpPr>
          <p:cNvPr id="29" name="Content Placeholder 6">
            <a:extLst>
              <a:ext uri="{FF2B5EF4-FFF2-40B4-BE49-F238E27FC236}">
                <a16:creationId xmlns:a16="http://schemas.microsoft.com/office/drawing/2014/main" id="{DC30850D-DF68-4E37-9F79-1D2D4F623615}"/>
              </a:ext>
            </a:extLst>
          </p:cNvPr>
          <p:cNvSpPr>
            <a:spLocks noGrp="1"/>
          </p:cNvSpPr>
          <p:nvPr>
            <p:ph sz="quarter" idx="14"/>
          </p:nvPr>
        </p:nvSpPr>
        <p:spPr>
          <a:xfrm>
            <a:off x="5241178" y="3625011"/>
            <a:ext cx="6481762" cy="2069763"/>
          </a:xfrm>
          <a:prstGeom prst="rect">
            <a:avLst/>
          </a:prstGeom>
        </p:spPr>
        <p:txBody>
          <a:bodyPr/>
          <a:lstStyle>
            <a:lvl1pPr marL="228600" indent="-228600">
              <a:buClr>
                <a:schemeClr val="accent1"/>
              </a:buClr>
              <a:buFont typeface="Wingdings" panose="05000000000000000000" pitchFamily="2" charset="2"/>
              <a:buChar char="§"/>
              <a:defRPr sz="1800">
                <a:solidFill>
                  <a:schemeClr val="tx1"/>
                </a:solidFill>
                <a:latin typeface="+mn-lt"/>
              </a:defRPr>
            </a:lvl1pPr>
            <a:lvl2pPr marL="685800" indent="-228600">
              <a:buClrTx/>
              <a:buFont typeface="Arial" panose="020B0604020202020204" pitchFamily="34" charset="0"/>
              <a:buChar char="•"/>
              <a:defRPr sz="1600">
                <a:solidFill>
                  <a:schemeClr val="tx1"/>
                </a:solidFill>
                <a:latin typeface="+mn-lt"/>
              </a:defRPr>
            </a:lvl2pPr>
            <a:lvl3pPr marL="1143000" indent="-228600">
              <a:buClrTx/>
              <a:buFont typeface="Arial" panose="020B0604020202020204" pitchFamily="34" charset="0"/>
              <a:buChar char="•"/>
              <a:defRPr sz="1400">
                <a:solidFill>
                  <a:schemeClr val="tx1"/>
                </a:solidFill>
                <a:latin typeface="+mn-lt"/>
              </a:defRPr>
            </a:lvl3pPr>
            <a:lvl4pPr marL="1600200" indent="-228600">
              <a:buClrTx/>
              <a:buFont typeface="Arial" panose="020B0604020202020204" pitchFamily="34" charset="0"/>
              <a:buChar char="•"/>
              <a:defRPr sz="1200">
                <a:solidFill>
                  <a:schemeClr val="tx1"/>
                </a:solidFill>
                <a:latin typeface="+mn-lt"/>
              </a:defRPr>
            </a:lvl4pPr>
            <a:lvl5pPr marL="2057400" indent="-228600">
              <a:buClrTx/>
              <a:buFont typeface="Arial" panose="020B0604020202020204" pitchFamily="34" charset="0"/>
              <a:buChar char="•"/>
              <a:defRPr sz="120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6369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s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2B3107-C666-4CF7-9D07-61129F41C2D6}"/>
              </a:ext>
            </a:extLst>
          </p:cNvPr>
          <p:cNvSpPr/>
          <p:nvPr userDrawn="1"/>
        </p:nvSpPr>
        <p:spPr>
          <a:xfrm>
            <a:off x="0" y="1"/>
            <a:ext cx="12192000" cy="11430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4BF775E-3952-48DF-8992-CB2D2B8461D2}"/>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7" name="Rectangle 6">
            <a:extLst>
              <a:ext uri="{FF2B5EF4-FFF2-40B4-BE49-F238E27FC236}">
                <a16:creationId xmlns:a16="http://schemas.microsoft.com/office/drawing/2014/main" id="{A52F550E-C4F3-4882-B336-7BC716E30A7A}"/>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F2FF24F-D000-4E59-80B0-EAF4CD951ED7}"/>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79861FC-D393-499C-A484-CBD84FEAB1D0}"/>
              </a:ext>
            </a:extLst>
          </p:cNvPr>
          <p:cNvSpPr>
            <a:spLocks noGrp="1"/>
          </p:cNvSpPr>
          <p:nvPr>
            <p:ph sz="quarter" idx="10"/>
          </p:nvPr>
        </p:nvSpPr>
        <p:spPr>
          <a:xfrm>
            <a:off x="293315" y="1965325"/>
            <a:ext cx="2881313" cy="3786188"/>
          </a:xfrm>
          <a:prstGeom prst="rect">
            <a:avLst/>
          </a:prstGeom>
        </p:spPr>
        <p:txBody>
          <a:bodyPr/>
          <a:lstStyle>
            <a:lvl1pPr marL="228600" indent="-228600">
              <a:buClr>
                <a:schemeClr val="accent1"/>
              </a:buClr>
              <a:buFont typeface="Wingdings" panose="05000000000000000000" pitchFamily="2" charset="2"/>
              <a:buChar cha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FEEC2B9C-210D-4642-8B2D-257CB5D8EF4F}"/>
              </a:ext>
            </a:extLst>
          </p:cNvPr>
          <p:cNvSpPr>
            <a:spLocks noGrp="1"/>
          </p:cNvSpPr>
          <p:nvPr>
            <p:ph sz="quarter" idx="11"/>
          </p:nvPr>
        </p:nvSpPr>
        <p:spPr>
          <a:xfrm>
            <a:off x="3233216" y="1965325"/>
            <a:ext cx="2881313" cy="3786188"/>
          </a:xfrm>
          <a:prstGeom prst="rect">
            <a:avLst/>
          </a:prstGeom>
        </p:spPr>
        <p:txBody>
          <a:bodyPr/>
          <a:lstStyle>
            <a:lvl1pPr marL="228600" indent="-228600">
              <a:buClr>
                <a:schemeClr val="accent1"/>
              </a:buClr>
              <a:buFont typeface="Wingdings" panose="05000000000000000000" pitchFamily="2" charset="2"/>
              <a:buChar cha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9481A5AC-1A15-445B-A70F-3EAC31B41E93}"/>
              </a:ext>
            </a:extLst>
          </p:cNvPr>
          <p:cNvSpPr>
            <a:spLocks noGrp="1"/>
          </p:cNvSpPr>
          <p:nvPr>
            <p:ph sz="quarter" idx="12"/>
          </p:nvPr>
        </p:nvSpPr>
        <p:spPr>
          <a:xfrm>
            <a:off x="6173117" y="1965325"/>
            <a:ext cx="2881313" cy="3786188"/>
          </a:xfrm>
          <a:prstGeom prst="rect">
            <a:avLst/>
          </a:prstGeom>
        </p:spPr>
        <p:txBody>
          <a:bodyPr/>
          <a:lstStyle>
            <a:lvl1pPr marL="228600" indent="-228600">
              <a:buClr>
                <a:schemeClr val="accent1"/>
              </a:buClr>
              <a:buFont typeface="Wingdings" panose="05000000000000000000" pitchFamily="2" charset="2"/>
              <a:buChar cha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E53CFA1F-C09F-4350-8971-6F0C7C8669DE}"/>
              </a:ext>
            </a:extLst>
          </p:cNvPr>
          <p:cNvSpPr>
            <a:spLocks noGrp="1"/>
          </p:cNvSpPr>
          <p:nvPr>
            <p:ph sz="quarter" idx="13"/>
          </p:nvPr>
        </p:nvSpPr>
        <p:spPr>
          <a:xfrm>
            <a:off x="9113018" y="1965325"/>
            <a:ext cx="2881313" cy="3786188"/>
          </a:xfrm>
          <a:prstGeom prst="rect">
            <a:avLst/>
          </a:prstGeom>
        </p:spPr>
        <p:txBody>
          <a:bodyPr/>
          <a:lstStyle>
            <a:lvl1pPr marL="228600" indent="-228600">
              <a:buClr>
                <a:schemeClr val="accent1"/>
              </a:buClr>
              <a:buFont typeface="Wingdings" panose="05000000000000000000" pitchFamily="2" charset="2"/>
              <a:buChar cha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D159EA03-0706-4712-BD97-F3906A537BEA}"/>
              </a:ext>
            </a:extLst>
          </p:cNvPr>
          <p:cNvSpPr>
            <a:spLocks noGrp="1"/>
          </p:cNvSpPr>
          <p:nvPr>
            <p:ph sz="quarter" idx="14" hasCustomPrompt="1"/>
          </p:nvPr>
        </p:nvSpPr>
        <p:spPr>
          <a:xfrm>
            <a:off x="366713" y="201613"/>
            <a:ext cx="10025062" cy="739775"/>
          </a:xfrm>
          <a:prstGeom prst="rect">
            <a:avLst/>
          </a:prstGeom>
        </p:spPr>
        <p:txBody>
          <a:bodyPr/>
          <a:lstStyle>
            <a:lvl1pPr marL="0" indent="0">
              <a:buNone/>
              <a:defRPr sz="4000" b="1">
                <a:solidFill>
                  <a:schemeClr val="bg1"/>
                </a:solidFill>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358423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ject Transition_black">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D8A3F18A-995D-4620-95E1-5F3EDA70392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49510" y="813645"/>
            <a:ext cx="5562600" cy="5734050"/>
          </a:xfrm>
          <a:prstGeom prst="rect">
            <a:avLst/>
          </a:prstGeom>
        </p:spPr>
      </p:pic>
      <p:pic>
        <p:nvPicPr>
          <p:cNvPr id="32" name="Picture 31">
            <a:extLst>
              <a:ext uri="{FF2B5EF4-FFF2-40B4-BE49-F238E27FC236}">
                <a16:creationId xmlns:a16="http://schemas.microsoft.com/office/drawing/2014/main" id="{4CC21B73-FEB3-4D30-94FB-BD21D3CFBE3E}"/>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F2A8F2DA-3AED-4AEC-811E-CFCEF3523351}"/>
              </a:ext>
            </a:extLst>
          </p:cNvPr>
          <p:cNvSpPr/>
          <p:nvPr/>
        </p:nvSpPr>
        <p:spPr>
          <a:xfrm>
            <a:off x="6206160" y="986263"/>
            <a:ext cx="5562600" cy="9004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a:t>
            </a:r>
            <a:endParaRPr lang="en-US" sz="1200" b="1" dirty="0">
              <a:solidFill>
                <a:schemeClr val="tx2"/>
              </a:solidFill>
            </a:endParaRPr>
          </a:p>
          <a:p>
            <a:pPr algn="ctr"/>
            <a:endParaRPr lang="en-US" sz="1000" dirty="0"/>
          </a:p>
        </p:txBody>
      </p:sp>
      <p:sp>
        <p:nvSpPr>
          <p:cNvPr id="35" name="Rectangle 34">
            <a:extLst>
              <a:ext uri="{FF2B5EF4-FFF2-40B4-BE49-F238E27FC236}">
                <a16:creationId xmlns:a16="http://schemas.microsoft.com/office/drawing/2014/main" id="{A3DF31F9-9067-465A-8C09-AC3437EE5877}"/>
              </a:ext>
            </a:extLst>
          </p:cNvPr>
          <p:cNvSpPr/>
          <p:nvPr/>
        </p:nvSpPr>
        <p:spPr>
          <a:xfrm>
            <a:off x="6204199" y="3024094"/>
            <a:ext cx="2424235" cy="1763057"/>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TARGET USERS</a:t>
            </a:r>
          </a:p>
        </p:txBody>
      </p:sp>
      <p:sp>
        <p:nvSpPr>
          <p:cNvPr id="36" name="Rectangle 35">
            <a:extLst>
              <a:ext uri="{FF2B5EF4-FFF2-40B4-BE49-F238E27FC236}">
                <a16:creationId xmlns:a16="http://schemas.microsoft.com/office/drawing/2014/main" id="{C4648056-0B09-4B5D-B1CB-B1150CECAB4A}"/>
              </a:ext>
            </a:extLst>
          </p:cNvPr>
          <p:cNvSpPr/>
          <p:nvPr/>
        </p:nvSpPr>
        <p:spPr>
          <a:xfrm>
            <a:off x="8658752" y="3024094"/>
            <a:ext cx="3108048" cy="1763058"/>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BENEFITS</a:t>
            </a:r>
          </a:p>
          <a:p>
            <a:pPr algn="ctr"/>
            <a:endParaRPr lang="en-US" sz="1000" dirty="0"/>
          </a:p>
        </p:txBody>
      </p:sp>
      <p:sp>
        <p:nvSpPr>
          <p:cNvPr id="37" name="Rectangle 36">
            <a:extLst>
              <a:ext uri="{FF2B5EF4-FFF2-40B4-BE49-F238E27FC236}">
                <a16:creationId xmlns:a16="http://schemas.microsoft.com/office/drawing/2014/main" id="{1108AB7B-2348-4BEC-AFF4-7788BDE034DB}"/>
              </a:ext>
            </a:extLst>
          </p:cNvPr>
          <p:cNvSpPr/>
          <p:nvPr/>
        </p:nvSpPr>
        <p:spPr>
          <a:xfrm>
            <a:off x="6204199" y="4820469"/>
            <a:ext cx="5562600" cy="1720652"/>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TRANSLATING DEPLOYMENT TO OTHER USE CASES</a:t>
            </a:r>
          </a:p>
          <a:p>
            <a:pPr algn="ctr"/>
            <a:endParaRPr lang="en-US" sz="1000" dirty="0"/>
          </a:p>
        </p:txBody>
      </p:sp>
      <p:sp>
        <p:nvSpPr>
          <p:cNvPr id="38" name="Rectangle 37">
            <a:extLst>
              <a:ext uri="{FF2B5EF4-FFF2-40B4-BE49-F238E27FC236}">
                <a16:creationId xmlns:a16="http://schemas.microsoft.com/office/drawing/2014/main" id="{2CB9BC6D-9135-46AA-B514-BEEF8014BE3F}"/>
              </a:ext>
            </a:extLst>
          </p:cNvPr>
          <p:cNvSpPr/>
          <p:nvPr/>
        </p:nvSpPr>
        <p:spPr>
          <a:xfrm>
            <a:off x="6204199" y="1922520"/>
            <a:ext cx="5562600" cy="1065806"/>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lvl="0" defTabSz="777329">
              <a:defRPr/>
            </a:pPr>
            <a:r>
              <a:rPr lang="en-US" sz="1200" b="1" dirty="0">
                <a:solidFill>
                  <a:schemeClr val="accent1"/>
                </a:solidFill>
              </a:rPr>
              <a:t>INDUSTRY DEPLOYMENT OBJECTIVE</a:t>
            </a:r>
          </a:p>
        </p:txBody>
      </p:sp>
      <p:sp>
        <p:nvSpPr>
          <p:cNvPr id="39" name="TextBox 38">
            <a:extLst>
              <a:ext uri="{FF2B5EF4-FFF2-40B4-BE49-F238E27FC236}">
                <a16:creationId xmlns:a16="http://schemas.microsoft.com/office/drawing/2014/main" id="{2AA69DC0-0330-4FA0-94DF-CCF7B60AC690}"/>
              </a:ext>
            </a:extLst>
          </p:cNvPr>
          <p:cNvSpPr txBox="1"/>
          <p:nvPr userDrawn="1"/>
        </p:nvSpPr>
        <p:spPr>
          <a:xfrm>
            <a:off x="344002" y="293077"/>
            <a:ext cx="8483475" cy="400110"/>
          </a:xfrm>
          <a:prstGeom prst="rect">
            <a:avLst/>
          </a:prstGeom>
          <a:noFill/>
        </p:spPr>
        <p:txBody>
          <a:bodyPr wrap="square" rtlCol="0" anchor="ctr">
            <a:spAutoFit/>
          </a:bodyPr>
          <a:lstStyle/>
          <a:p>
            <a:pPr algn="l"/>
            <a:r>
              <a:rPr lang="en-US" sz="2000" b="1" dirty="0">
                <a:solidFill>
                  <a:schemeClr val="bg1"/>
                </a:solidFill>
              </a:rPr>
              <a:t>PROJECT TRANSITION |</a:t>
            </a:r>
          </a:p>
        </p:txBody>
      </p:sp>
      <p:sp>
        <p:nvSpPr>
          <p:cNvPr id="40" name="Rectangle 39">
            <a:extLst>
              <a:ext uri="{FF2B5EF4-FFF2-40B4-BE49-F238E27FC236}">
                <a16:creationId xmlns:a16="http://schemas.microsoft.com/office/drawing/2014/main" id="{BF278583-3184-45D5-8D74-A3B242456163}"/>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8D3E893-2B43-4BFE-83A0-9CBC159F2CEC}"/>
              </a:ext>
            </a:extLst>
          </p:cNvPr>
          <p:cNvSpPr txBox="1"/>
          <p:nvPr userDrawn="1"/>
        </p:nvSpPr>
        <p:spPr>
          <a:xfrm>
            <a:off x="11577917" y="60265"/>
            <a:ext cx="538851" cy="461665"/>
          </a:xfrm>
          <a:prstGeom prst="rect">
            <a:avLst/>
          </a:prstGeom>
          <a:noFill/>
        </p:spPr>
        <p:txBody>
          <a:bodyPr wrap="square" rtlCol="0">
            <a:spAutoFit/>
          </a:bodyPr>
          <a:lstStyle/>
          <a:p>
            <a:pPr algn="r"/>
            <a:r>
              <a:rPr lang="en-US" sz="2400" b="1" dirty="0">
                <a:solidFill>
                  <a:schemeClr val="bg1"/>
                </a:solidFill>
                <a:latin typeface="Arial" panose="020B0604020202020204" pitchFamily="34" charset="0"/>
                <a:cs typeface="Arial" panose="020B0604020202020204" pitchFamily="34" charset="0"/>
              </a:rPr>
              <a:t>06</a:t>
            </a:r>
          </a:p>
        </p:txBody>
      </p:sp>
      <p:sp>
        <p:nvSpPr>
          <p:cNvPr id="42" name="TextBox 41">
            <a:extLst>
              <a:ext uri="{FF2B5EF4-FFF2-40B4-BE49-F238E27FC236}">
                <a16:creationId xmlns:a16="http://schemas.microsoft.com/office/drawing/2014/main" id="{7E711FB9-DCB5-483E-A1ED-6F0101080A97}"/>
              </a:ext>
            </a:extLst>
          </p:cNvPr>
          <p:cNvSpPr txBox="1"/>
          <p:nvPr userDrawn="1"/>
        </p:nvSpPr>
        <p:spPr>
          <a:xfrm>
            <a:off x="6147073" y="726283"/>
            <a:ext cx="5562600" cy="307777"/>
          </a:xfrm>
          <a:prstGeom prst="rect">
            <a:avLst/>
          </a:prstGeom>
          <a:noFill/>
        </p:spPr>
        <p:txBody>
          <a:bodyPr wrap="square" rtlCol="0">
            <a:spAutoFit/>
          </a:bodyPr>
          <a:lstStyle/>
          <a:p>
            <a:r>
              <a:rPr lang="en-US" sz="1400" b="1" dirty="0">
                <a:solidFill>
                  <a:schemeClr val="bg1"/>
                </a:solidFill>
              </a:rPr>
              <a:t>TECHNOLOGY INTEGRATION</a:t>
            </a:r>
            <a:endParaRPr lang="en-US" sz="1400" dirty="0">
              <a:solidFill>
                <a:schemeClr val="bg1"/>
              </a:solidFill>
            </a:endParaRPr>
          </a:p>
        </p:txBody>
      </p:sp>
      <p:sp>
        <p:nvSpPr>
          <p:cNvPr id="48" name="TextBox 47">
            <a:extLst>
              <a:ext uri="{FF2B5EF4-FFF2-40B4-BE49-F238E27FC236}">
                <a16:creationId xmlns:a16="http://schemas.microsoft.com/office/drawing/2014/main" id="{A375F97F-BC81-4426-9421-ED054BB6F877}"/>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51" name="Rectangle 50">
            <a:extLst>
              <a:ext uri="{FF2B5EF4-FFF2-40B4-BE49-F238E27FC236}">
                <a16:creationId xmlns:a16="http://schemas.microsoft.com/office/drawing/2014/main" id="{91D1287E-FF6C-4BD3-955C-BA50EECADFBC}"/>
              </a:ext>
            </a:extLst>
          </p:cNvPr>
          <p:cNvSpPr/>
          <p:nvPr userDrawn="1"/>
        </p:nvSpPr>
        <p:spPr>
          <a:xfrm>
            <a:off x="404864" y="754096"/>
            <a:ext cx="1741887" cy="276999"/>
          </a:xfrm>
          <a:prstGeom prst="rect">
            <a:avLst/>
          </a:prstGeom>
        </p:spPr>
        <p:txBody>
          <a:bodyPr wrap="none">
            <a:spAutoFit/>
          </a:bodyPr>
          <a:lstStyle/>
          <a:p>
            <a:r>
              <a:rPr lang="en-US" sz="1200" b="1" dirty="0">
                <a:solidFill>
                  <a:schemeClr val="bg1"/>
                </a:solidFill>
              </a:rPr>
              <a:t>PROJECT SUMMARY</a:t>
            </a:r>
          </a:p>
        </p:txBody>
      </p:sp>
      <p:sp>
        <p:nvSpPr>
          <p:cNvPr id="55" name="Rectangle 54">
            <a:extLst>
              <a:ext uri="{FF2B5EF4-FFF2-40B4-BE49-F238E27FC236}">
                <a16:creationId xmlns:a16="http://schemas.microsoft.com/office/drawing/2014/main" id="{CAC11042-1C61-418C-92E8-7263F4892147}"/>
              </a:ext>
            </a:extLst>
          </p:cNvPr>
          <p:cNvSpPr/>
          <p:nvPr userDrawn="1"/>
        </p:nvSpPr>
        <p:spPr>
          <a:xfrm>
            <a:off x="3197066" y="750670"/>
            <a:ext cx="1635191" cy="276999"/>
          </a:xfrm>
          <a:prstGeom prst="rect">
            <a:avLst/>
          </a:prstGeom>
        </p:spPr>
        <p:txBody>
          <a:bodyPr wrap="none">
            <a:spAutoFit/>
          </a:bodyPr>
          <a:lstStyle/>
          <a:p>
            <a:r>
              <a:rPr lang="en-US" sz="1200" b="1" dirty="0">
                <a:solidFill>
                  <a:schemeClr val="bg1"/>
                </a:solidFill>
              </a:rPr>
              <a:t>TARGET USE CASE</a:t>
            </a:r>
          </a:p>
        </p:txBody>
      </p:sp>
      <p:sp>
        <p:nvSpPr>
          <p:cNvPr id="43" name="Rectangle 42">
            <a:extLst>
              <a:ext uri="{FF2B5EF4-FFF2-40B4-BE49-F238E27FC236}">
                <a16:creationId xmlns:a16="http://schemas.microsoft.com/office/drawing/2014/main" id="{AD59D0C0-3A39-4FBE-93AE-4FC567974414}"/>
              </a:ext>
            </a:extLst>
          </p:cNvPr>
          <p:cNvSpPr/>
          <p:nvPr userDrawn="1"/>
        </p:nvSpPr>
        <p:spPr>
          <a:xfrm>
            <a:off x="425446" y="2999629"/>
            <a:ext cx="5560639" cy="1143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OUTCOME/DELIVERABLES</a:t>
            </a:r>
          </a:p>
        </p:txBody>
      </p:sp>
      <p:sp>
        <p:nvSpPr>
          <p:cNvPr id="46" name="TextBox 45">
            <a:extLst>
              <a:ext uri="{FF2B5EF4-FFF2-40B4-BE49-F238E27FC236}">
                <a16:creationId xmlns:a16="http://schemas.microsoft.com/office/drawing/2014/main" id="{0D3BE679-4302-4F7D-BA6C-AEED96C30409}"/>
              </a:ext>
            </a:extLst>
          </p:cNvPr>
          <p:cNvSpPr txBox="1"/>
          <p:nvPr userDrawn="1"/>
        </p:nvSpPr>
        <p:spPr>
          <a:xfrm>
            <a:off x="376418" y="2725370"/>
            <a:ext cx="5562600" cy="307777"/>
          </a:xfrm>
          <a:prstGeom prst="rect">
            <a:avLst/>
          </a:prstGeom>
          <a:noFill/>
        </p:spPr>
        <p:txBody>
          <a:bodyPr wrap="square" rtlCol="0">
            <a:spAutoFit/>
          </a:bodyPr>
          <a:lstStyle/>
          <a:p>
            <a:r>
              <a:rPr lang="en-US" sz="1400" b="1" dirty="0">
                <a:solidFill>
                  <a:schemeClr val="bg1"/>
                </a:solidFill>
              </a:rPr>
              <a:t>EDUCATION</a:t>
            </a:r>
          </a:p>
        </p:txBody>
      </p:sp>
      <p:sp>
        <p:nvSpPr>
          <p:cNvPr id="3" name="Text Placeholder 2">
            <a:extLst>
              <a:ext uri="{FF2B5EF4-FFF2-40B4-BE49-F238E27FC236}">
                <a16:creationId xmlns:a16="http://schemas.microsoft.com/office/drawing/2014/main" id="{9E8FF7D7-494F-415F-B2AD-1F77B9CA69B7}"/>
              </a:ext>
            </a:extLst>
          </p:cNvPr>
          <p:cNvSpPr>
            <a:spLocks noGrp="1"/>
          </p:cNvSpPr>
          <p:nvPr userDrawn="1">
            <p:ph type="body" sz="quarter" idx="10" hasCustomPrompt="1"/>
          </p:nvPr>
        </p:nvSpPr>
        <p:spPr>
          <a:xfrm>
            <a:off x="427162" y="1000347"/>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Include a summary of the project. Touch on the current user state, the problem or opportunity with the current state, and the proposed solution.</a:t>
            </a:r>
          </a:p>
        </p:txBody>
      </p:sp>
      <p:sp>
        <p:nvSpPr>
          <p:cNvPr id="52" name="Rectangle 51">
            <a:extLst>
              <a:ext uri="{FF2B5EF4-FFF2-40B4-BE49-F238E27FC236}">
                <a16:creationId xmlns:a16="http://schemas.microsoft.com/office/drawing/2014/main" id="{D0C1CEF5-0E36-4F55-87FE-E7C89DD704CE}"/>
              </a:ext>
            </a:extLst>
          </p:cNvPr>
          <p:cNvSpPr/>
          <p:nvPr userDrawn="1"/>
        </p:nvSpPr>
        <p:spPr>
          <a:xfrm>
            <a:off x="423240" y="750670"/>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9" name="Text Placeholder 2">
            <a:extLst>
              <a:ext uri="{FF2B5EF4-FFF2-40B4-BE49-F238E27FC236}">
                <a16:creationId xmlns:a16="http://schemas.microsoft.com/office/drawing/2014/main" id="{A5AC1034-6879-4BCB-A482-388CCB7A8B9B}"/>
              </a:ext>
            </a:extLst>
          </p:cNvPr>
          <p:cNvSpPr>
            <a:spLocks noGrp="1"/>
          </p:cNvSpPr>
          <p:nvPr userDrawn="1">
            <p:ph type="body" sz="quarter" idx="11" hasCustomPrompt="1"/>
          </p:nvPr>
        </p:nvSpPr>
        <p:spPr>
          <a:xfrm>
            <a:off x="3245638" y="996016"/>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This section should be written in the following general form and relate to the project objectives: “As a _____, I want to (better/faster/etc.) _______ in order to ______.” </a:t>
            </a:r>
          </a:p>
        </p:txBody>
      </p:sp>
      <p:sp>
        <p:nvSpPr>
          <p:cNvPr id="56" name="Rectangle 55">
            <a:extLst>
              <a:ext uri="{FF2B5EF4-FFF2-40B4-BE49-F238E27FC236}">
                <a16:creationId xmlns:a16="http://schemas.microsoft.com/office/drawing/2014/main" id="{B44C404D-A52A-47CA-A1DF-15BA34FA4AEB}"/>
              </a:ext>
            </a:extLst>
          </p:cNvPr>
          <p:cNvSpPr/>
          <p:nvPr userDrawn="1"/>
        </p:nvSpPr>
        <p:spPr>
          <a:xfrm>
            <a:off x="3228182" y="753565"/>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Text Placeholder 6">
            <a:extLst>
              <a:ext uri="{FF2B5EF4-FFF2-40B4-BE49-F238E27FC236}">
                <a16:creationId xmlns:a16="http://schemas.microsoft.com/office/drawing/2014/main" id="{2245E808-DDE7-4802-A498-EAF01858F707}"/>
              </a:ext>
            </a:extLst>
          </p:cNvPr>
          <p:cNvSpPr>
            <a:spLocks noGrp="1"/>
          </p:cNvSpPr>
          <p:nvPr userDrawn="1">
            <p:ph type="body" sz="quarter" idx="12" hasCustomPrompt="1"/>
          </p:nvPr>
        </p:nvSpPr>
        <p:spPr>
          <a:xfrm>
            <a:off x="445588" y="3203575"/>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9" name="Text Placeholder 8">
            <a:extLst>
              <a:ext uri="{FF2B5EF4-FFF2-40B4-BE49-F238E27FC236}">
                <a16:creationId xmlns:a16="http://schemas.microsoft.com/office/drawing/2014/main" id="{C9D98526-5786-4A94-8328-0422CB30FF62}"/>
              </a:ext>
            </a:extLst>
          </p:cNvPr>
          <p:cNvSpPr>
            <a:spLocks noGrp="1"/>
          </p:cNvSpPr>
          <p:nvPr userDrawn="1">
            <p:ph type="body" sz="quarter" idx="13" hasCustomPrompt="1"/>
          </p:nvPr>
        </p:nvSpPr>
        <p:spPr>
          <a:xfrm>
            <a:off x="427038" y="3378809"/>
            <a:ext cx="5556250" cy="7604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used to educate [Target Audience] so that they can [Key Learning Objective].</a:t>
            </a:r>
            <a:endParaRPr lang="en-US" sz="1050" i="1" dirty="0">
              <a:solidFill>
                <a:srgbClr val="7F7F7F"/>
              </a:solidFill>
            </a:endParaRPr>
          </a:p>
        </p:txBody>
      </p:sp>
      <p:sp>
        <p:nvSpPr>
          <p:cNvPr id="60" name="Rectangle 59">
            <a:extLst>
              <a:ext uri="{FF2B5EF4-FFF2-40B4-BE49-F238E27FC236}">
                <a16:creationId xmlns:a16="http://schemas.microsoft.com/office/drawing/2014/main" id="{F9B343C9-4390-4A86-8539-F296E011068F}"/>
              </a:ext>
            </a:extLst>
          </p:cNvPr>
          <p:cNvSpPr/>
          <p:nvPr userDrawn="1"/>
        </p:nvSpPr>
        <p:spPr>
          <a:xfrm>
            <a:off x="424655" y="5350515"/>
            <a:ext cx="5560639" cy="1143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OUTCOME/DELIVERABLES</a:t>
            </a:r>
          </a:p>
        </p:txBody>
      </p:sp>
      <p:sp>
        <p:nvSpPr>
          <p:cNvPr id="61" name="Text Placeholder 6">
            <a:extLst>
              <a:ext uri="{FF2B5EF4-FFF2-40B4-BE49-F238E27FC236}">
                <a16:creationId xmlns:a16="http://schemas.microsoft.com/office/drawing/2014/main" id="{CEB8319B-5684-4DAE-BC20-78C5715A112A}"/>
              </a:ext>
            </a:extLst>
          </p:cNvPr>
          <p:cNvSpPr>
            <a:spLocks noGrp="1"/>
          </p:cNvSpPr>
          <p:nvPr userDrawn="1">
            <p:ph type="body" sz="quarter" idx="14" hasCustomPrompt="1"/>
          </p:nvPr>
        </p:nvSpPr>
        <p:spPr>
          <a:xfrm>
            <a:off x="444797" y="5554461"/>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62" name="Text Placeholder 8">
            <a:extLst>
              <a:ext uri="{FF2B5EF4-FFF2-40B4-BE49-F238E27FC236}">
                <a16:creationId xmlns:a16="http://schemas.microsoft.com/office/drawing/2014/main" id="{AFBC6EBB-EF0D-4E34-BA2C-47C31D405D62}"/>
              </a:ext>
            </a:extLst>
          </p:cNvPr>
          <p:cNvSpPr>
            <a:spLocks noGrp="1"/>
          </p:cNvSpPr>
          <p:nvPr userDrawn="1">
            <p:ph type="body" sz="quarter" idx="15" hasCustomPrompt="1"/>
          </p:nvPr>
        </p:nvSpPr>
        <p:spPr>
          <a:xfrm>
            <a:off x="426247" y="5729695"/>
            <a:ext cx="5556250" cy="7604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used to educate [Target Audience] so that they can [Key Learning Objective].</a:t>
            </a:r>
            <a:endParaRPr lang="en-US" sz="1050" i="1" dirty="0">
              <a:solidFill>
                <a:srgbClr val="7F7F7F"/>
              </a:solidFill>
            </a:endParaRPr>
          </a:p>
        </p:txBody>
      </p:sp>
      <p:sp>
        <p:nvSpPr>
          <p:cNvPr id="63" name="Rectangle 62">
            <a:extLst>
              <a:ext uri="{FF2B5EF4-FFF2-40B4-BE49-F238E27FC236}">
                <a16:creationId xmlns:a16="http://schemas.microsoft.com/office/drawing/2014/main" id="{255A54F4-3A1D-46E1-A052-82AD25A616B7}"/>
              </a:ext>
            </a:extLst>
          </p:cNvPr>
          <p:cNvSpPr/>
          <p:nvPr userDrawn="1"/>
        </p:nvSpPr>
        <p:spPr>
          <a:xfrm>
            <a:off x="417870" y="4174857"/>
            <a:ext cx="5560639" cy="1143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OUTCOME/DELIVERABLES</a:t>
            </a:r>
          </a:p>
        </p:txBody>
      </p:sp>
      <p:sp>
        <p:nvSpPr>
          <p:cNvPr id="64" name="Text Placeholder 6">
            <a:extLst>
              <a:ext uri="{FF2B5EF4-FFF2-40B4-BE49-F238E27FC236}">
                <a16:creationId xmlns:a16="http://schemas.microsoft.com/office/drawing/2014/main" id="{7A82107F-9DED-40F1-B4D9-157636F1CAB5}"/>
              </a:ext>
            </a:extLst>
          </p:cNvPr>
          <p:cNvSpPr>
            <a:spLocks noGrp="1"/>
          </p:cNvSpPr>
          <p:nvPr userDrawn="1">
            <p:ph type="body" sz="quarter" idx="16" hasCustomPrompt="1"/>
          </p:nvPr>
        </p:nvSpPr>
        <p:spPr>
          <a:xfrm>
            <a:off x="438012" y="4378803"/>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65" name="Text Placeholder 8">
            <a:extLst>
              <a:ext uri="{FF2B5EF4-FFF2-40B4-BE49-F238E27FC236}">
                <a16:creationId xmlns:a16="http://schemas.microsoft.com/office/drawing/2014/main" id="{ECA572BA-66F7-4198-81EF-E2E971ADD74B}"/>
              </a:ext>
            </a:extLst>
          </p:cNvPr>
          <p:cNvSpPr>
            <a:spLocks noGrp="1"/>
          </p:cNvSpPr>
          <p:nvPr userDrawn="1">
            <p:ph type="body" sz="quarter" idx="17" hasCustomPrompt="1"/>
          </p:nvPr>
        </p:nvSpPr>
        <p:spPr>
          <a:xfrm>
            <a:off x="419462" y="4554037"/>
            <a:ext cx="5556250" cy="7604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used to educate [Target Audience] so that they can [Key Learning Objective].</a:t>
            </a:r>
            <a:endParaRPr lang="en-US" sz="1050" i="1" dirty="0">
              <a:solidFill>
                <a:srgbClr val="7F7F7F"/>
              </a:solidFill>
            </a:endParaRPr>
          </a:p>
        </p:txBody>
      </p:sp>
      <p:sp>
        <p:nvSpPr>
          <p:cNvPr id="57" name="Rectangle 56">
            <a:extLst>
              <a:ext uri="{FF2B5EF4-FFF2-40B4-BE49-F238E27FC236}">
                <a16:creationId xmlns:a16="http://schemas.microsoft.com/office/drawing/2014/main" id="{3D92BC80-941F-4D4C-96EE-7AE5E2BE20D0}"/>
              </a:ext>
            </a:extLst>
          </p:cNvPr>
          <p:cNvSpPr/>
          <p:nvPr userDrawn="1"/>
        </p:nvSpPr>
        <p:spPr>
          <a:xfrm>
            <a:off x="423240" y="2752698"/>
            <a:ext cx="5560639" cy="375362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7" name="Text Placeholder 6">
            <a:extLst>
              <a:ext uri="{FF2B5EF4-FFF2-40B4-BE49-F238E27FC236}">
                <a16:creationId xmlns:a16="http://schemas.microsoft.com/office/drawing/2014/main" id="{07A92DBC-50B7-4375-95B5-5770C3950E2F}"/>
              </a:ext>
            </a:extLst>
          </p:cNvPr>
          <p:cNvSpPr>
            <a:spLocks noGrp="1"/>
          </p:cNvSpPr>
          <p:nvPr userDrawn="1">
            <p:ph type="body" sz="quarter" idx="18" hasCustomPrompt="1"/>
          </p:nvPr>
        </p:nvSpPr>
        <p:spPr>
          <a:xfrm>
            <a:off x="6227138" y="1189321"/>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68" name="Text Placeholder 8">
            <a:extLst>
              <a:ext uri="{FF2B5EF4-FFF2-40B4-BE49-F238E27FC236}">
                <a16:creationId xmlns:a16="http://schemas.microsoft.com/office/drawing/2014/main" id="{1DB4DE61-08CA-46A0-97FD-AB585756F685}"/>
              </a:ext>
            </a:extLst>
          </p:cNvPr>
          <p:cNvSpPr>
            <a:spLocks noGrp="1"/>
          </p:cNvSpPr>
          <p:nvPr userDrawn="1">
            <p:ph type="body" sz="quarter" idx="19" hasCustomPrompt="1"/>
          </p:nvPr>
        </p:nvSpPr>
        <p:spPr>
          <a:xfrm>
            <a:off x="6208588" y="1364555"/>
            <a:ext cx="5556250" cy="52219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Description [e.g. A software plugin for CAD/CAM to allow for rapid CNC machining]</a:t>
            </a:r>
          </a:p>
        </p:txBody>
      </p:sp>
      <p:sp>
        <p:nvSpPr>
          <p:cNvPr id="69" name="Text Placeholder 8">
            <a:extLst>
              <a:ext uri="{FF2B5EF4-FFF2-40B4-BE49-F238E27FC236}">
                <a16:creationId xmlns:a16="http://schemas.microsoft.com/office/drawing/2014/main" id="{6D15DE5C-7CCE-483A-B745-C1D962A3EFD1}"/>
              </a:ext>
            </a:extLst>
          </p:cNvPr>
          <p:cNvSpPr>
            <a:spLocks noGrp="1"/>
          </p:cNvSpPr>
          <p:nvPr>
            <p:ph type="body" sz="quarter" idx="20" hasCustomPrompt="1"/>
          </p:nvPr>
        </p:nvSpPr>
        <p:spPr>
          <a:xfrm>
            <a:off x="6208588" y="2164265"/>
            <a:ext cx="5556250" cy="82406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[Industry Partner] will deploy [Deliverable Name] at their [Site, Lab, Factory Details] to [Core Deployment Objective] before [Scaling Strategy] </a:t>
            </a:r>
          </a:p>
        </p:txBody>
      </p:sp>
      <p:sp>
        <p:nvSpPr>
          <p:cNvPr id="70" name="Text Placeholder 8">
            <a:extLst>
              <a:ext uri="{FF2B5EF4-FFF2-40B4-BE49-F238E27FC236}">
                <a16:creationId xmlns:a16="http://schemas.microsoft.com/office/drawing/2014/main" id="{5CEC92A6-9181-4064-8FF4-8D7A4AD39905}"/>
              </a:ext>
            </a:extLst>
          </p:cNvPr>
          <p:cNvSpPr>
            <a:spLocks noGrp="1"/>
          </p:cNvSpPr>
          <p:nvPr>
            <p:ph type="body" sz="quarter" idx="21" hasCustomPrompt="1"/>
          </p:nvPr>
        </p:nvSpPr>
        <p:spPr>
          <a:xfrm>
            <a:off x="6200277" y="3268639"/>
            <a:ext cx="2424235" cy="15185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What other industry/government members would benefit from deploying this technology? </a:t>
            </a:r>
          </a:p>
        </p:txBody>
      </p:sp>
      <p:sp>
        <p:nvSpPr>
          <p:cNvPr id="71" name="Text Placeholder 8">
            <a:extLst>
              <a:ext uri="{FF2B5EF4-FFF2-40B4-BE49-F238E27FC236}">
                <a16:creationId xmlns:a16="http://schemas.microsoft.com/office/drawing/2014/main" id="{96C94F80-DF7D-4D11-A992-B741C6F8F060}"/>
              </a:ext>
            </a:extLst>
          </p:cNvPr>
          <p:cNvSpPr>
            <a:spLocks noGrp="1"/>
          </p:cNvSpPr>
          <p:nvPr>
            <p:ph type="body" sz="quarter" idx="22" hasCustomPrompt="1"/>
          </p:nvPr>
        </p:nvSpPr>
        <p:spPr>
          <a:xfrm>
            <a:off x="8658752" y="3253242"/>
            <a:ext cx="3113786" cy="1480683"/>
          </a:xfrm>
          <a:prstGeom prst="rect">
            <a:avLst/>
          </a:prstGeom>
        </p:spPr>
        <p:txBody>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05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marL="171450" lvl="0" indent="-171450" defTabSz="777329">
              <a:buClr>
                <a:schemeClr val="accent1"/>
              </a:buClr>
              <a:buFont typeface="Wingdings" panose="05000000000000000000" pitchFamily="2" charset="2"/>
              <a:buChar char="§"/>
              <a:defRPr/>
            </a:pPr>
            <a:r>
              <a:rPr lang="en-US" sz="1050" b="0" dirty="0">
                <a:solidFill>
                  <a:schemeClr val="tx2"/>
                </a:solidFill>
              </a:rPr>
              <a:t>What quantifiable improvements are being made? What are expected improvements in operational KPI (cost, time performance, ease of use)?</a:t>
            </a:r>
            <a:endParaRPr lang="en-US" sz="1050" b="1" dirty="0">
              <a:solidFill>
                <a:schemeClr val="tx2"/>
              </a:solidFill>
            </a:endParaRPr>
          </a:p>
        </p:txBody>
      </p:sp>
      <p:sp>
        <p:nvSpPr>
          <p:cNvPr id="72" name="Text Placeholder 8">
            <a:extLst>
              <a:ext uri="{FF2B5EF4-FFF2-40B4-BE49-F238E27FC236}">
                <a16:creationId xmlns:a16="http://schemas.microsoft.com/office/drawing/2014/main" id="{C380F4ED-6ADB-4A3C-9539-4E9202B1AB90}"/>
              </a:ext>
            </a:extLst>
          </p:cNvPr>
          <p:cNvSpPr>
            <a:spLocks noGrp="1"/>
          </p:cNvSpPr>
          <p:nvPr>
            <p:ph type="body" sz="quarter" idx="23" hasCustomPrompt="1"/>
          </p:nvPr>
        </p:nvSpPr>
        <p:spPr>
          <a:xfrm>
            <a:off x="6215914" y="5052067"/>
            <a:ext cx="5548923" cy="148068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5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marL="171450" lvl="0" indent="-171450" defTabSz="777329">
              <a:buClr>
                <a:schemeClr val="accent1"/>
              </a:buClr>
              <a:buFont typeface="Wingdings" panose="05000000000000000000" pitchFamily="2" charset="2"/>
              <a:buChar char="§"/>
              <a:defRPr/>
            </a:pPr>
            <a:r>
              <a:rPr lang="en-US" sz="1050" b="0" dirty="0">
                <a:solidFill>
                  <a:schemeClr val="tx2"/>
                </a:solidFill>
              </a:rPr>
              <a:t>What are the steps another MxD industry member would need to take to deploy these outcomes for a different use case? What are the resources needed for successful deployment? (Expertise, Financial, Physical Assets? </a:t>
            </a:r>
            <a:endParaRPr lang="en-US" sz="1050" b="1" dirty="0">
              <a:solidFill>
                <a:schemeClr val="tx2"/>
              </a:solidFill>
            </a:endParaRPr>
          </a:p>
        </p:txBody>
      </p:sp>
      <p:sp>
        <p:nvSpPr>
          <p:cNvPr id="12" name="Text Placeholder 11">
            <a:extLst>
              <a:ext uri="{FF2B5EF4-FFF2-40B4-BE49-F238E27FC236}">
                <a16:creationId xmlns:a16="http://schemas.microsoft.com/office/drawing/2014/main" id="{A83D20F7-42F1-4BA8-8A74-AAAF7D7164A9}"/>
              </a:ext>
            </a:extLst>
          </p:cNvPr>
          <p:cNvSpPr>
            <a:spLocks noGrp="1"/>
          </p:cNvSpPr>
          <p:nvPr>
            <p:ph type="body" sz="quarter" idx="24" hasCustomPrompt="1"/>
          </p:nvPr>
        </p:nvSpPr>
        <p:spPr>
          <a:xfrm>
            <a:off x="3419475" y="293077"/>
            <a:ext cx="7181850" cy="404812"/>
          </a:xfrm>
          <a:prstGeom prst="rect">
            <a:avLst/>
          </a:prstGeom>
        </p:spPr>
        <p:txBody>
          <a:bodyPr anchor="ctr"/>
          <a:lstStyle>
            <a:lvl1pPr marL="0" indent="0">
              <a:buNone/>
              <a:defRPr sz="2000" b="1">
                <a:solidFill>
                  <a:schemeClr val="bg1"/>
                </a:solidFill>
              </a:defRPr>
            </a:lvl1pPr>
          </a:lstStyle>
          <a:p>
            <a:pPr lvl="0"/>
            <a:r>
              <a:rPr lang="en-US" dirty="0"/>
              <a:t>MxD XX-XX-XX PROJECT TITLE</a:t>
            </a:r>
          </a:p>
        </p:txBody>
      </p:sp>
      <p:sp>
        <p:nvSpPr>
          <p:cNvPr id="47" name="Rectangle 46">
            <a:extLst>
              <a:ext uri="{FF2B5EF4-FFF2-40B4-BE49-F238E27FC236}">
                <a16:creationId xmlns:a16="http://schemas.microsoft.com/office/drawing/2014/main" id="{3E941C39-AD90-4043-AAFB-6F5D3A406EB3}"/>
              </a:ext>
            </a:extLst>
          </p:cNvPr>
          <p:cNvSpPr/>
          <p:nvPr userDrawn="1"/>
        </p:nvSpPr>
        <p:spPr>
          <a:xfrm>
            <a:off x="6204199" y="740722"/>
            <a:ext cx="5560639" cy="5800397"/>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724786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roject Transition_wh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AF1770B-FD2B-44C8-8E35-E94C34F9F8A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9" name="Rectangle 108">
            <a:extLst>
              <a:ext uri="{FF2B5EF4-FFF2-40B4-BE49-F238E27FC236}">
                <a16:creationId xmlns:a16="http://schemas.microsoft.com/office/drawing/2014/main" id="{D5A2C6D6-D377-4A5F-B113-39EDD366964E}"/>
              </a:ext>
            </a:extLst>
          </p:cNvPr>
          <p:cNvSpPr/>
          <p:nvPr userDrawn="1"/>
        </p:nvSpPr>
        <p:spPr>
          <a:xfrm>
            <a:off x="6206160" y="986263"/>
            <a:ext cx="5562600" cy="9004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a:t>
            </a:r>
            <a:endParaRPr lang="en-US" sz="1200" b="1" dirty="0">
              <a:solidFill>
                <a:schemeClr val="tx2"/>
              </a:solidFill>
            </a:endParaRPr>
          </a:p>
          <a:p>
            <a:pPr algn="ctr"/>
            <a:endParaRPr lang="en-US" sz="1000" dirty="0"/>
          </a:p>
        </p:txBody>
      </p:sp>
      <p:sp>
        <p:nvSpPr>
          <p:cNvPr id="110" name="Rectangle 109">
            <a:extLst>
              <a:ext uri="{FF2B5EF4-FFF2-40B4-BE49-F238E27FC236}">
                <a16:creationId xmlns:a16="http://schemas.microsoft.com/office/drawing/2014/main" id="{DB0493D7-5A45-43E8-A7BB-1D81944588BA}"/>
              </a:ext>
            </a:extLst>
          </p:cNvPr>
          <p:cNvSpPr/>
          <p:nvPr userDrawn="1"/>
        </p:nvSpPr>
        <p:spPr>
          <a:xfrm>
            <a:off x="6204199" y="3024094"/>
            <a:ext cx="2424235" cy="1763057"/>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TARGET USERS</a:t>
            </a:r>
          </a:p>
        </p:txBody>
      </p:sp>
      <p:sp>
        <p:nvSpPr>
          <p:cNvPr id="111" name="Rectangle 110">
            <a:extLst>
              <a:ext uri="{FF2B5EF4-FFF2-40B4-BE49-F238E27FC236}">
                <a16:creationId xmlns:a16="http://schemas.microsoft.com/office/drawing/2014/main" id="{BE03ED0D-3CC7-4DF8-8FC7-FB2FBBAA8959}"/>
              </a:ext>
            </a:extLst>
          </p:cNvPr>
          <p:cNvSpPr/>
          <p:nvPr userDrawn="1"/>
        </p:nvSpPr>
        <p:spPr>
          <a:xfrm>
            <a:off x="8658752" y="3024094"/>
            <a:ext cx="3108048" cy="1763058"/>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BENEFITS</a:t>
            </a:r>
          </a:p>
          <a:p>
            <a:pPr algn="ctr"/>
            <a:endParaRPr lang="en-US" sz="1000" dirty="0"/>
          </a:p>
        </p:txBody>
      </p:sp>
      <p:sp>
        <p:nvSpPr>
          <p:cNvPr id="112" name="Rectangle 111">
            <a:extLst>
              <a:ext uri="{FF2B5EF4-FFF2-40B4-BE49-F238E27FC236}">
                <a16:creationId xmlns:a16="http://schemas.microsoft.com/office/drawing/2014/main" id="{21FFF3F2-287C-47D5-93CB-72746D6D9D6F}"/>
              </a:ext>
            </a:extLst>
          </p:cNvPr>
          <p:cNvSpPr/>
          <p:nvPr userDrawn="1"/>
        </p:nvSpPr>
        <p:spPr>
          <a:xfrm>
            <a:off x="6204199" y="4820469"/>
            <a:ext cx="5562600" cy="1720652"/>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TRANSLATING DEPLOYMENT TO OTHER USE CASES</a:t>
            </a:r>
          </a:p>
          <a:p>
            <a:pPr algn="ctr"/>
            <a:endParaRPr lang="en-US" sz="1000" dirty="0"/>
          </a:p>
        </p:txBody>
      </p:sp>
      <p:sp>
        <p:nvSpPr>
          <p:cNvPr id="113" name="Rectangle 112">
            <a:extLst>
              <a:ext uri="{FF2B5EF4-FFF2-40B4-BE49-F238E27FC236}">
                <a16:creationId xmlns:a16="http://schemas.microsoft.com/office/drawing/2014/main" id="{E9029A89-DEFD-4872-B4B0-646792A6DAAF}"/>
              </a:ext>
            </a:extLst>
          </p:cNvPr>
          <p:cNvSpPr/>
          <p:nvPr userDrawn="1"/>
        </p:nvSpPr>
        <p:spPr>
          <a:xfrm>
            <a:off x="6204199" y="1922520"/>
            <a:ext cx="5562600" cy="1065806"/>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lvl="0" defTabSz="777329">
              <a:defRPr/>
            </a:pPr>
            <a:r>
              <a:rPr lang="en-US" sz="1200" b="1" dirty="0">
                <a:solidFill>
                  <a:schemeClr val="accent1"/>
                </a:solidFill>
              </a:rPr>
              <a:t>INDUSTRY DEPLOYMENT OBJECTIVE</a:t>
            </a:r>
          </a:p>
        </p:txBody>
      </p:sp>
      <p:sp>
        <p:nvSpPr>
          <p:cNvPr id="114" name="TextBox 113">
            <a:extLst>
              <a:ext uri="{FF2B5EF4-FFF2-40B4-BE49-F238E27FC236}">
                <a16:creationId xmlns:a16="http://schemas.microsoft.com/office/drawing/2014/main" id="{0EDECBC2-4A0B-40B9-9A06-7CADE32EDFF9}"/>
              </a:ext>
            </a:extLst>
          </p:cNvPr>
          <p:cNvSpPr txBox="1"/>
          <p:nvPr userDrawn="1"/>
        </p:nvSpPr>
        <p:spPr>
          <a:xfrm>
            <a:off x="344002" y="293077"/>
            <a:ext cx="8483475" cy="400110"/>
          </a:xfrm>
          <a:prstGeom prst="rect">
            <a:avLst/>
          </a:prstGeom>
          <a:noFill/>
        </p:spPr>
        <p:txBody>
          <a:bodyPr wrap="square" rtlCol="0" anchor="ctr">
            <a:spAutoFit/>
          </a:bodyPr>
          <a:lstStyle/>
          <a:p>
            <a:pPr algn="l"/>
            <a:r>
              <a:rPr lang="en-US" sz="2000" b="1" dirty="0">
                <a:solidFill>
                  <a:schemeClr val="tx1"/>
                </a:solidFill>
              </a:rPr>
              <a:t>PROJECT TRANSITION |</a:t>
            </a:r>
          </a:p>
        </p:txBody>
      </p:sp>
      <p:sp>
        <p:nvSpPr>
          <p:cNvPr id="115" name="Rectangle 114">
            <a:extLst>
              <a:ext uri="{FF2B5EF4-FFF2-40B4-BE49-F238E27FC236}">
                <a16:creationId xmlns:a16="http://schemas.microsoft.com/office/drawing/2014/main" id="{381E3610-0316-455A-AD12-6A8EAF46F2CD}"/>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A23E2936-8E2E-43FD-B1EE-10C9758C0EB1}"/>
              </a:ext>
            </a:extLst>
          </p:cNvPr>
          <p:cNvSpPr txBox="1"/>
          <p:nvPr userDrawn="1"/>
        </p:nvSpPr>
        <p:spPr>
          <a:xfrm>
            <a:off x="11577917" y="60265"/>
            <a:ext cx="538851" cy="461665"/>
          </a:xfrm>
          <a:prstGeom prst="rect">
            <a:avLst/>
          </a:prstGeom>
          <a:noFill/>
        </p:spPr>
        <p:txBody>
          <a:bodyPr wrap="square" rtlCol="0">
            <a:spAutoFit/>
          </a:bodyPr>
          <a:lstStyle/>
          <a:p>
            <a:pPr algn="r"/>
            <a:r>
              <a:rPr lang="en-US" sz="2400" b="1" dirty="0">
                <a:solidFill>
                  <a:schemeClr val="bg1"/>
                </a:solidFill>
                <a:latin typeface="Arial" panose="020B0604020202020204" pitchFamily="34" charset="0"/>
                <a:cs typeface="Arial" panose="020B0604020202020204" pitchFamily="34" charset="0"/>
              </a:rPr>
              <a:t>06</a:t>
            </a:r>
          </a:p>
        </p:txBody>
      </p:sp>
      <p:sp>
        <p:nvSpPr>
          <p:cNvPr id="117" name="TextBox 116">
            <a:extLst>
              <a:ext uri="{FF2B5EF4-FFF2-40B4-BE49-F238E27FC236}">
                <a16:creationId xmlns:a16="http://schemas.microsoft.com/office/drawing/2014/main" id="{B2651773-F528-4F4F-8AD8-352323731064}"/>
              </a:ext>
            </a:extLst>
          </p:cNvPr>
          <p:cNvSpPr txBox="1"/>
          <p:nvPr userDrawn="1"/>
        </p:nvSpPr>
        <p:spPr>
          <a:xfrm>
            <a:off x="6147073" y="726283"/>
            <a:ext cx="5562600" cy="307777"/>
          </a:xfrm>
          <a:prstGeom prst="rect">
            <a:avLst/>
          </a:prstGeom>
          <a:noFill/>
        </p:spPr>
        <p:txBody>
          <a:bodyPr wrap="square" rtlCol="0">
            <a:spAutoFit/>
          </a:bodyPr>
          <a:lstStyle/>
          <a:p>
            <a:r>
              <a:rPr lang="en-US" sz="1400" b="1" dirty="0">
                <a:solidFill>
                  <a:schemeClr val="tx1"/>
                </a:solidFill>
              </a:rPr>
              <a:t>TECHNOLOGY INTEGRATION</a:t>
            </a:r>
            <a:endParaRPr lang="en-US" sz="1400" dirty="0">
              <a:solidFill>
                <a:schemeClr val="tx1"/>
              </a:solidFill>
            </a:endParaRPr>
          </a:p>
        </p:txBody>
      </p:sp>
      <p:sp>
        <p:nvSpPr>
          <p:cNvPr id="119" name="TextBox 118">
            <a:extLst>
              <a:ext uri="{FF2B5EF4-FFF2-40B4-BE49-F238E27FC236}">
                <a16:creationId xmlns:a16="http://schemas.microsoft.com/office/drawing/2014/main" id="{4740A684-2AD5-4F99-B961-44785F238E0B}"/>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120" name="Rectangle 119">
            <a:extLst>
              <a:ext uri="{FF2B5EF4-FFF2-40B4-BE49-F238E27FC236}">
                <a16:creationId xmlns:a16="http://schemas.microsoft.com/office/drawing/2014/main" id="{774E2006-6ADA-483D-BE85-F8732D93D6DB}"/>
              </a:ext>
            </a:extLst>
          </p:cNvPr>
          <p:cNvSpPr/>
          <p:nvPr userDrawn="1"/>
        </p:nvSpPr>
        <p:spPr>
          <a:xfrm>
            <a:off x="404864" y="754096"/>
            <a:ext cx="1741887" cy="276999"/>
          </a:xfrm>
          <a:prstGeom prst="rect">
            <a:avLst/>
          </a:prstGeom>
        </p:spPr>
        <p:txBody>
          <a:bodyPr wrap="none">
            <a:spAutoFit/>
          </a:bodyPr>
          <a:lstStyle/>
          <a:p>
            <a:r>
              <a:rPr lang="en-US" sz="1200" b="1" dirty="0">
                <a:solidFill>
                  <a:schemeClr val="tx1"/>
                </a:solidFill>
              </a:rPr>
              <a:t>PROJECT SUMMARY</a:t>
            </a:r>
          </a:p>
        </p:txBody>
      </p:sp>
      <p:sp>
        <p:nvSpPr>
          <p:cNvPr id="121" name="Rectangle 120">
            <a:extLst>
              <a:ext uri="{FF2B5EF4-FFF2-40B4-BE49-F238E27FC236}">
                <a16:creationId xmlns:a16="http://schemas.microsoft.com/office/drawing/2014/main" id="{2BD5F6CC-3EA6-4713-B5F6-7F03DA75BFE5}"/>
              </a:ext>
            </a:extLst>
          </p:cNvPr>
          <p:cNvSpPr/>
          <p:nvPr userDrawn="1"/>
        </p:nvSpPr>
        <p:spPr>
          <a:xfrm>
            <a:off x="3197066" y="750670"/>
            <a:ext cx="1635191" cy="276999"/>
          </a:xfrm>
          <a:prstGeom prst="rect">
            <a:avLst/>
          </a:prstGeom>
        </p:spPr>
        <p:txBody>
          <a:bodyPr wrap="none">
            <a:spAutoFit/>
          </a:bodyPr>
          <a:lstStyle/>
          <a:p>
            <a:r>
              <a:rPr lang="en-US" sz="1200" b="1" dirty="0">
                <a:solidFill>
                  <a:schemeClr val="tx1"/>
                </a:solidFill>
              </a:rPr>
              <a:t>TARGET USE CASE</a:t>
            </a:r>
          </a:p>
        </p:txBody>
      </p:sp>
      <p:sp>
        <p:nvSpPr>
          <p:cNvPr id="122" name="Rectangle 121">
            <a:extLst>
              <a:ext uri="{FF2B5EF4-FFF2-40B4-BE49-F238E27FC236}">
                <a16:creationId xmlns:a16="http://schemas.microsoft.com/office/drawing/2014/main" id="{CEFB0C45-EECF-4F24-8453-860F71020F5F}"/>
              </a:ext>
            </a:extLst>
          </p:cNvPr>
          <p:cNvSpPr/>
          <p:nvPr userDrawn="1"/>
        </p:nvSpPr>
        <p:spPr>
          <a:xfrm>
            <a:off x="425446" y="2999629"/>
            <a:ext cx="5560639" cy="1143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OUTCOME/DELIVERABLES</a:t>
            </a:r>
          </a:p>
        </p:txBody>
      </p:sp>
      <p:sp>
        <p:nvSpPr>
          <p:cNvPr id="123" name="TextBox 122">
            <a:extLst>
              <a:ext uri="{FF2B5EF4-FFF2-40B4-BE49-F238E27FC236}">
                <a16:creationId xmlns:a16="http://schemas.microsoft.com/office/drawing/2014/main" id="{97D2BDAF-0D0B-46BF-898B-F1277BC7F755}"/>
              </a:ext>
            </a:extLst>
          </p:cNvPr>
          <p:cNvSpPr txBox="1"/>
          <p:nvPr userDrawn="1"/>
        </p:nvSpPr>
        <p:spPr>
          <a:xfrm>
            <a:off x="376418" y="2725370"/>
            <a:ext cx="5606079" cy="307777"/>
          </a:xfrm>
          <a:prstGeom prst="rect">
            <a:avLst/>
          </a:prstGeom>
          <a:noFill/>
        </p:spPr>
        <p:txBody>
          <a:bodyPr wrap="square" rtlCol="0">
            <a:spAutoFit/>
          </a:bodyPr>
          <a:lstStyle/>
          <a:p>
            <a:r>
              <a:rPr lang="en-US" sz="1400" b="1" dirty="0">
                <a:solidFill>
                  <a:schemeClr val="tx1"/>
                </a:solidFill>
              </a:rPr>
              <a:t>EDUCATION</a:t>
            </a:r>
          </a:p>
        </p:txBody>
      </p:sp>
      <p:sp>
        <p:nvSpPr>
          <p:cNvPr id="124" name="Text Placeholder 2">
            <a:extLst>
              <a:ext uri="{FF2B5EF4-FFF2-40B4-BE49-F238E27FC236}">
                <a16:creationId xmlns:a16="http://schemas.microsoft.com/office/drawing/2014/main" id="{DF755A70-303F-40D8-8021-8E1E021FA67B}"/>
              </a:ext>
            </a:extLst>
          </p:cNvPr>
          <p:cNvSpPr>
            <a:spLocks noGrp="1"/>
          </p:cNvSpPr>
          <p:nvPr>
            <p:ph type="body" sz="quarter" idx="10" hasCustomPrompt="1"/>
          </p:nvPr>
        </p:nvSpPr>
        <p:spPr>
          <a:xfrm>
            <a:off x="427162" y="1000347"/>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Include a summary of the project. Touch on the current user state, the problem or opportunity with the current state, and the proposed solution.</a:t>
            </a:r>
          </a:p>
        </p:txBody>
      </p:sp>
      <p:sp>
        <p:nvSpPr>
          <p:cNvPr id="125" name="Rectangle 124">
            <a:extLst>
              <a:ext uri="{FF2B5EF4-FFF2-40B4-BE49-F238E27FC236}">
                <a16:creationId xmlns:a16="http://schemas.microsoft.com/office/drawing/2014/main" id="{173CBE5D-8434-4FCD-8563-2A3B0D1CA8BF}"/>
              </a:ext>
            </a:extLst>
          </p:cNvPr>
          <p:cNvSpPr/>
          <p:nvPr userDrawn="1"/>
        </p:nvSpPr>
        <p:spPr>
          <a:xfrm>
            <a:off x="423240" y="750670"/>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6" name="Text Placeholder 2">
            <a:extLst>
              <a:ext uri="{FF2B5EF4-FFF2-40B4-BE49-F238E27FC236}">
                <a16:creationId xmlns:a16="http://schemas.microsoft.com/office/drawing/2014/main" id="{EE2B27A2-1955-471B-88E4-2B2D3B833918}"/>
              </a:ext>
            </a:extLst>
          </p:cNvPr>
          <p:cNvSpPr>
            <a:spLocks noGrp="1"/>
          </p:cNvSpPr>
          <p:nvPr>
            <p:ph type="body" sz="quarter" idx="11" hasCustomPrompt="1"/>
          </p:nvPr>
        </p:nvSpPr>
        <p:spPr>
          <a:xfrm>
            <a:off x="3245638" y="996016"/>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This section should be written in the following general form and relate to the project objectives: “As a _____, I want to (better/faster/etc.) _______ in order to ______.” </a:t>
            </a:r>
          </a:p>
        </p:txBody>
      </p:sp>
      <p:sp>
        <p:nvSpPr>
          <p:cNvPr id="127" name="Rectangle 126">
            <a:extLst>
              <a:ext uri="{FF2B5EF4-FFF2-40B4-BE49-F238E27FC236}">
                <a16:creationId xmlns:a16="http://schemas.microsoft.com/office/drawing/2014/main" id="{4E206F8D-9313-41A4-9E68-5CFFCD784F70}"/>
              </a:ext>
            </a:extLst>
          </p:cNvPr>
          <p:cNvSpPr/>
          <p:nvPr userDrawn="1"/>
        </p:nvSpPr>
        <p:spPr>
          <a:xfrm>
            <a:off x="3228182" y="753565"/>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8" name="Text Placeholder 6">
            <a:extLst>
              <a:ext uri="{FF2B5EF4-FFF2-40B4-BE49-F238E27FC236}">
                <a16:creationId xmlns:a16="http://schemas.microsoft.com/office/drawing/2014/main" id="{57765F6E-BA6D-43FD-8395-968120FDCF30}"/>
              </a:ext>
            </a:extLst>
          </p:cNvPr>
          <p:cNvSpPr>
            <a:spLocks noGrp="1"/>
          </p:cNvSpPr>
          <p:nvPr>
            <p:ph type="body" sz="quarter" idx="12" hasCustomPrompt="1"/>
          </p:nvPr>
        </p:nvSpPr>
        <p:spPr>
          <a:xfrm>
            <a:off x="445588" y="3203575"/>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129" name="Text Placeholder 8">
            <a:extLst>
              <a:ext uri="{FF2B5EF4-FFF2-40B4-BE49-F238E27FC236}">
                <a16:creationId xmlns:a16="http://schemas.microsoft.com/office/drawing/2014/main" id="{8AEBCED3-2AFF-4C9A-9066-86FC8120BAB8}"/>
              </a:ext>
            </a:extLst>
          </p:cNvPr>
          <p:cNvSpPr>
            <a:spLocks noGrp="1"/>
          </p:cNvSpPr>
          <p:nvPr>
            <p:ph type="body" sz="quarter" idx="13" hasCustomPrompt="1"/>
          </p:nvPr>
        </p:nvSpPr>
        <p:spPr>
          <a:xfrm>
            <a:off x="427038" y="3378809"/>
            <a:ext cx="5556250" cy="7604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used to educate [Target Audience] so that they can [Key Learning Objective].</a:t>
            </a:r>
            <a:endParaRPr lang="en-US" sz="1050" i="1" dirty="0">
              <a:solidFill>
                <a:srgbClr val="7F7F7F"/>
              </a:solidFill>
            </a:endParaRPr>
          </a:p>
        </p:txBody>
      </p:sp>
      <p:sp>
        <p:nvSpPr>
          <p:cNvPr id="130" name="Rectangle 129">
            <a:extLst>
              <a:ext uri="{FF2B5EF4-FFF2-40B4-BE49-F238E27FC236}">
                <a16:creationId xmlns:a16="http://schemas.microsoft.com/office/drawing/2014/main" id="{3D34C91C-C21B-4951-9CAB-21ABCABAC024}"/>
              </a:ext>
            </a:extLst>
          </p:cNvPr>
          <p:cNvSpPr/>
          <p:nvPr userDrawn="1"/>
        </p:nvSpPr>
        <p:spPr>
          <a:xfrm>
            <a:off x="424655" y="5350515"/>
            <a:ext cx="5560639" cy="1143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OUTCOME/DELIVERABLES</a:t>
            </a:r>
          </a:p>
        </p:txBody>
      </p:sp>
      <p:sp>
        <p:nvSpPr>
          <p:cNvPr id="131" name="Text Placeholder 6">
            <a:extLst>
              <a:ext uri="{FF2B5EF4-FFF2-40B4-BE49-F238E27FC236}">
                <a16:creationId xmlns:a16="http://schemas.microsoft.com/office/drawing/2014/main" id="{3F9BB6F7-B18F-496F-8003-73A6AB038341}"/>
              </a:ext>
            </a:extLst>
          </p:cNvPr>
          <p:cNvSpPr>
            <a:spLocks noGrp="1"/>
          </p:cNvSpPr>
          <p:nvPr>
            <p:ph type="body" sz="quarter" idx="14" hasCustomPrompt="1"/>
          </p:nvPr>
        </p:nvSpPr>
        <p:spPr>
          <a:xfrm>
            <a:off x="444797" y="5554461"/>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132" name="Text Placeholder 8">
            <a:extLst>
              <a:ext uri="{FF2B5EF4-FFF2-40B4-BE49-F238E27FC236}">
                <a16:creationId xmlns:a16="http://schemas.microsoft.com/office/drawing/2014/main" id="{9F2DDBAB-CE83-4A27-827E-919D3E189477}"/>
              </a:ext>
            </a:extLst>
          </p:cNvPr>
          <p:cNvSpPr>
            <a:spLocks noGrp="1"/>
          </p:cNvSpPr>
          <p:nvPr>
            <p:ph type="body" sz="quarter" idx="15" hasCustomPrompt="1"/>
          </p:nvPr>
        </p:nvSpPr>
        <p:spPr>
          <a:xfrm>
            <a:off x="426247" y="5729695"/>
            <a:ext cx="5556250" cy="7604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used to educate [Target Audience] so that they can [Key Learning Objective].</a:t>
            </a:r>
            <a:endParaRPr lang="en-US" sz="1050" i="1" dirty="0">
              <a:solidFill>
                <a:srgbClr val="7F7F7F"/>
              </a:solidFill>
            </a:endParaRPr>
          </a:p>
        </p:txBody>
      </p:sp>
      <p:sp>
        <p:nvSpPr>
          <p:cNvPr id="133" name="Rectangle 132">
            <a:extLst>
              <a:ext uri="{FF2B5EF4-FFF2-40B4-BE49-F238E27FC236}">
                <a16:creationId xmlns:a16="http://schemas.microsoft.com/office/drawing/2014/main" id="{467D7C6A-5F35-4F3F-A7A7-A1CF0DBD4F45}"/>
              </a:ext>
            </a:extLst>
          </p:cNvPr>
          <p:cNvSpPr/>
          <p:nvPr userDrawn="1"/>
        </p:nvSpPr>
        <p:spPr>
          <a:xfrm>
            <a:off x="417870" y="4174857"/>
            <a:ext cx="5560639" cy="1143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sz="1200" b="1" dirty="0">
                <a:solidFill>
                  <a:schemeClr val="accent1"/>
                </a:solidFill>
              </a:rPr>
              <a:t>KEY OUTCOME/DELIVERABLES</a:t>
            </a:r>
          </a:p>
        </p:txBody>
      </p:sp>
      <p:sp>
        <p:nvSpPr>
          <p:cNvPr id="134" name="Text Placeholder 6">
            <a:extLst>
              <a:ext uri="{FF2B5EF4-FFF2-40B4-BE49-F238E27FC236}">
                <a16:creationId xmlns:a16="http://schemas.microsoft.com/office/drawing/2014/main" id="{34C139F3-5C4A-49FE-AF3E-2999D8CC2BAB}"/>
              </a:ext>
            </a:extLst>
          </p:cNvPr>
          <p:cNvSpPr>
            <a:spLocks noGrp="1"/>
          </p:cNvSpPr>
          <p:nvPr>
            <p:ph type="body" sz="quarter" idx="16" hasCustomPrompt="1"/>
          </p:nvPr>
        </p:nvSpPr>
        <p:spPr>
          <a:xfrm>
            <a:off x="438012" y="4378803"/>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135" name="Text Placeholder 8">
            <a:extLst>
              <a:ext uri="{FF2B5EF4-FFF2-40B4-BE49-F238E27FC236}">
                <a16:creationId xmlns:a16="http://schemas.microsoft.com/office/drawing/2014/main" id="{4EF4E959-D3E4-42C3-A931-27620955A4D0}"/>
              </a:ext>
            </a:extLst>
          </p:cNvPr>
          <p:cNvSpPr>
            <a:spLocks noGrp="1"/>
          </p:cNvSpPr>
          <p:nvPr>
            <p:ph type="body" sz="quarter" idx="17" hasCustomPrompt="1"/>
          </p:nvPr>
        </p:nvSpPr>
        <p:spPr>
          <a:xfrm>
            <a:off x="419462" y="4554037"/>
            <a:ext cx="5556250" cy="7604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used to educate [Target Audience] so that they can [Key Learning Objective].</a:t>
            </a:r>
            <a:endParaRPr lang="en-US" sz="1050" i="1" dirty="0">
              <a:solidFill>
                <a:srgbClr val="7F7F7F"/>
              </a:solidFill>
            </a:endParaRPr>
          </a:p>
        </p:txBody>
      </p:sp>
      <p:sp>
        <p:nvSpPr>
          <p:cNvPr id="136" name="Rectangle 135">
            <a:extLst>
              <a:ext uri="{FF2B5EF4-FFF2-40B4-BE49-F238E27FC236}">
                <a16:creationId xmlns:a16="http://schemas.microsoft.com/office/drawing/2014/main" id="{92747283-3665-4FD7-99D9-1006A9D79E9A}"/>
              </a:ext>
            </a:extLst>
          </p:cNvPr>
          <p:cNvSpPr/>
          <p:nvPr userDrawn="1"/>
        </p:nvSpPr>
        <p:spPr>
          <a:xfrm>
            <a:off x="423240" y="2752698"/>
            <a:ext cx="5560639" cy="375362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37" name="Text Placeholder 6">
            <a:extLst>
              <a:ext uri="{FF2B5EF4-FFF2-40B4-BE49-F238E27FC236}">
                <a16:creationId xmlns:a16="http://schemas.microsoft.com/office/drawing/2014/main" id="{55D3B70D-051D-4695-882A-912E2DBBEB26}"/>
              </a:ext>
            </a:extLst>
          </p:cNvPr>
          <p:cNvSpPr>
            <a:spLocks noGrp="1"/>
          </p:cNvSpPr>
          <p:nvPr>
            <p:ph type="body" sz="quarter" idx="18" hasCustomPrompt="1"/>
          </p:nvPr>
        </p:nvSpPr>
        <p:spPr>
          <a:xfrm>
            <a:off x="6227138" y="1189321"/>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138" name="Text Placeholder 8">
            <a:extLst>
              <a:ext uri="{FF2B5EF4-FFF2-40B4-BE49-F238E27FC236}">
                <a16:creationId xmlns:a16="http://schemas.microsoft.com/office/drawing/2014/main" id="{AA382B12-352F-4CF5-9A3C-610AE5BBBC21}"/>
              </a:ext>
            </a:extLst>
          </p:cNvPr>
          <p:cNvSpPr>
            <a:spLocks noGrp="1"/>
          </p:cNvSpPr>
          <p:nvPr>
            <p:ph type="body" sz="quarter" idx="19" hasCustomPrompt="1"/>
          </p:nvPr>
        </p:nvSpPr>
        <p:spPr>
          <a:xfrm>
            <a:off x="6208588" y="1364555"/>
            <a:ext cx="5556250" cy="52219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Description [e.g. A software plugin for CAD/CAM to allow for rapid CNC machining]</a:t>
            </a:r>
          </a:p>
        </p:txBody>
      </p:sp>
      <p:sp>
        <p:nvSpPr>
          <p:cNvPr id="139" name="Text Placeholder 8">
            <a:extLst>
              <a:ext uri="{FF2B5EF4-FFF2-40B4-BE49-F238E27FC236}">
                <a16:creationId xmlns:a16="http://schemas.microsoft.com/office/drawing/2014/main" id="{06960301-FA65-4CB0-BDAD-064C09671ECA}"/>
              </a:ext>
            </a:extLst>
          </p:cNvPr>
          <p:cNvSpPr>
            <a:spLocks noGrp="1"/>
          </p:cNvSpPr>
          <p:nvPr>
            <p:ph type="body" sz="quarter" idx="20" hasCustomPrompt="1"/>
          </p:nvPr>
        </p:nvSpPr>
        <p:spPr>
          <a:xfrm>
            <a:off x="6208588" y="2164265"/>
            <a:ext cx="5556250" cy="82406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[Industry Partner] will deploy [Deliverable Name] at their [Site, Lab, Factory Details] to [Core Deployment Objective] before [Scaling Strategy] </a:t>
            </a:r>
          </a:p>
        </p:txBody>
      </p:sp>
      <p:sp>
        <p:nvSpPr>
          <p:cNvPr id="140" name="Text Placeholder 8">
            <a:extLst>
              <a:ext uri="{FF2B5EF4-FFF2-40B4-BE49-F238E27FC236}">
                <a16:creationId xmlns:a16="http://schemas.microsoft.com/office/drawing/2014/main" id="{ABB91754-2D2C-4229-8A79-A62B68FA082D}"/>
              </a:ext>
            </a:extLst>
          </p:cNvPr>
          <p:cNvSpPr>
            <a:spLocks noGrp="1"/>
          </p:cNvSpPr>
          <p:nvPr>
            <p:ph type="body" sz="quarter" idx="21" hasCustomPrompt="1"/>
          </p:nvPr>
        </p:nvSpPr>
        <p:spPr>
          <a:xfrm>
            <a:off x="6200277" y="3268639"/>
            <a:ext cx="2424235" cy="15185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What other industry/government members would benefit from deploying this technology? </a:t>
            </a:r>
          </a:p>
        </p:txBody>
      </p:sp>
      <p:sp>
        <p:nvSpPr>
          <p:cNvPr id="141" name="Text Placeholder 8">
            <a:extLst>
              <a:ext uri="{FF2B5EF4-FFF2-40B4-BE49-F238E27FC236}">
                <a16:creationId xmlns:a16="http://schemas.microsoft.com/office/drawing/2014/main" id="{A07CFB3A-6F7D-45DD-89B6-5291CEE66F50}"/>
              </a:ext>
            </a:extLst>
          </p:cNvPr>
          <p:cNvSpPr>
            <a:spLocks noGrp="1"/>
          </p:cNvSpPr>
          <p:nvPr>
            <p:ph type="body" sz="quarter" idx="22" hasCustomPrompt="1"/>
          </p:nvPr>
        </p:nvSpPr>
        <p:spPr>
          <a:xfrm>
            <a:off x="8658752" y="3253242"/>
            <a:ext cx="3113786" cy="1480683"/>
          </a:xfrm>
          <a:prstGeom prst="rect">
            <a:avLst/>
          </a:prstGeom>
        </p:spPr>
        <p:txBody>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05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marL="171450" lvl="0" indent="-171450" defTabSz="777329">
              <a:buClr>
                <a:schemeClr val="accent1"/>
              </a:buClr>
              <a:buFont typeface="Wingdings" panose="05000000000000000000" pitchFamily="2" charset="2"/>
              <a:buChar char="§"/>
              <a:defRPr/>
            </a:pPr>
            <a:r>
              <a:rPr lang="en-US" sz="1050" b="0" dirty="0">
                <a:solidFill>
                  <a:schemeClr val="tx2"/>
                </a:solidFill>
              </a:rPr>
              <a:t>What quantifiable improvements are being made? What are expected improvements in operational KPI (cost, time performance, ease of use)?</a:t>
            </a:r>
            <a:endParaRPr lang="en-US" sz="1050" b="1" dirty="0">
              <a:solidFill>
                <a:schemeClr val="tx2"/>
              </a:solidFill>
            </a:endParaRPr>
          </a:p>
        </p:txBody>
      </p:sp>
      <p:sp>
        <p:nvSpPr>
          <p:cNvPr id="142" name="Text Placeholder 8">
            <a:extLst>
              <a:ext uri="{FF2B5EF4-FFF2-40B4-BE49-F238E27FC236}">
                <a16:creationId xmlns:a16="http://schemas.microsoft.com/office/drawing/2014/main" id="{4529E9E2-A03F-4AB4-9D28-15AADE450564}"/>
              </a:ext>
            </a:extLst>
          </p:cNvPr>
          <p:cNvSpPr>
            <a:spLocks noGrp="1"/>
          </p:cNvSpPr>
          <p:nvPr>
            <p:ph type="body" sz="quarter" idx="23" hasCustomPrompt="1"/>
          </p:nvPr>
        </p:nvSpPr>
        <p:spPr>
          <a:xfrm>
            <a:off x="6215914" y="5052067"/>
            <a:ext cx="5548923" cy="148068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5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marL="171450" lvl="0" indent="-171450" defTabSz="777329">
              <a:buClr>
                <a:schemeClr val="accent1"/>
              </a:buClr>
              <a:buFont typeface="Wingdings" panose="05000000000000000000" pitchFamily="2" charset="2"/>
              <a:buChar char="§"/>
              <a:defRPr/>
            </a:pPr>
            <a:r>
              <a:rPr lang="en-US" sz="1050" b="0" dirty="0">
                <a:solidFill>
                  <a:schemeClr val="tx2"/>
                </a:solidFill>
              </a:rPr>
              <a:t>What are the steps another MxD industry member would need to take to deploy these outcomes for a different use case? What are the resources needed for successful deployment? (Expertise, Financial, Physical Assets? </a:t>
            </a:r>
            <a:endParaRPr lang="en-US" sz="1050" b="1" dirty="0">
              <a:solidFill>
                <a:schemeClr val="tx2"/>
              </a:solidFill>
            </a:endParaRPr>
          </a:p>
        </p:txBody>
      </p:sp>
      <p:sp>
        <p:nvSpPr>
          <p:cNvPr id="143" name="Text Placeholder 11">
            <a:extLst>
              <a:ext uri="{FF2B5EF4-FFF2-40B4-BE49-F238E27FC236}">
                <a16:creationId xmlns:a16="http://schemas.microsoft.com/office/drawing/2014/main" id="{9E45F100-BA42-4CB4-BB4D-802BC8EF61F3}"/>
              </a:ext>
            </a:extLst>
          </p:cNvPr>
          <p:cNvSpPr>
            <a:spLocks noGrp="1"/>
          </p:cNvSpPr>
          <p:nvPr>
            <p:ph type="body" sz="quarter" idx="24" hasCustomPrompt="1"/>
          </p:nvPr>
        </p:nvSpPr>
        <p:spPr>
          <a:xfrm>
            <a:off x="3419475" y="293077"/>
            <a:ext cx="7181850" cy="404812"/>
          </a:xfrm>
          <a:prstGeom prst="rect">
            <a:avLst/>
          </a:prstGeom>
        </p:spPr>
        <p:txBody>
          <a:bodyPr anchor="ctr"/>
          <a:lstStyle>
            <a:lvl1pPr marL="0" indent="0">
              <a:buNone/>
              <a:defRPr sz="2000" b="1">
                <a:solidFill>
                  <a:schemeClr val="tx1"/>
                </a:solidFill>
              </a:defRPr>
            </a:lvl1pPr>
          </a:lstStyle>
          <a:p>
            <a:pPr lvl="0"/>
            <a:r>
              <a:rPr lang="en-US" dirty="0"/>
              <a:t>MxD XX-XX-XX PROJECT TITLE</a:t>
            </a:r>
          </a:p>
        </p:txBody>
      </p:sp>
      <p:sp>
        <p:nvSpPr>
          <p:cNvPr id="118" name="Rectangle 117">
            <a:extLst>
              <a:ext uri="{FF2B5EF4-FFF2-40B4-BE49-F238E27FC236}">
                <a16:creationId xmlns:a16="http://schemas.microsoft.com/office/drawing/2014/main" id="{DB14FD31-0F9E-4CC4-99BE-F4B5AFB155CE}"/>
              </a:ext>
            </a:extLst>
          </p:cNvPr>
          <p:cNvSpPr/>
          <p:nvPr userDrawn="1"/>
        </p:nvSpPr>
        <p:spPr>
          <a:xfrm>
            <a:off x="6204199" y="740722"/>
            <a:ext cx="5560639" cy="5800397"/>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496846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mercialization_blac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E8DDF74-94B8-4D63-A297-6330262866B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36" name="Group 35">
            <a:extLst>
              <a:ext uri="{FF2B5EF4-FFF2-40B4-BE49-F238E27FC236}">
                <a16:creationId xmlns:a16="http://schemas.microsoft.com/office/drawing/2014/main" id="{55A976D2-3962-4371-91AB-E0D2A79044F0}"/>
              </a:ext>
            </a:extLst>
          </p:cNvPr>
          <p:cNvGrpSpPr/>
          <p:nvPr userDrawn="1"/>
        </p:nvGrpSpPr>
        <p:grpSpPr>
          <a:xfrm>
            <a:off x="376418" y="2725370"/>
            <a:ext cx="5609667" cy="3815750"/>
            <a:chOff x="376418" y="2725370"/>
            <a:chExt cx="5609667" cy="3815750"/>
          </a:xfrm>
        </p:grpSpPr>
        <p:sp>
          <p:nvSpPr>
            <p:cNvPr id="37" name="Rectangle 36">
              <a:extLst>
                <a:ext uri="{FF2B5EF4-FFF2-40B4-BE49-F238E27FC236}">
                  <a16:creationId xmlns:a16="http://schemas.microsoft.com/office/drawing/2014/main" id="{7FFD3030-1971-4BF6-93C7-B279A9351681}"/>
                </a:ext>
              </a:extLst>
            </p:cNvPr>
            <p:cNvSpPr/>
            <p:nvPr/>
          </p:nvSpPr>
          <p:spPr>
            <a:xfrm>
              <a:off x="425446" y="2999630"/>
              <a:ext cx="5560639" cy="1602437"/>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KEY OUTCOME/DELIVERABLE</a:t>
              </a:r>
            </a:p>
            <a:p>
              <a:pPr lvl="0" defTabSz="777329">
                <a:defRPr/>
              </a:pPr>
              <a:endParaRPr lang="en-US" sz="1000" i="1" dirty="0">
                <a:solidFill>
                  <a:schemeClr val="tx2"/>
                </a:solidFill>
              </a:endParaRPr>
            </a:p>
            <a:p>
              <a:pPr lvl="0" defTabSz="777329">
                <a:defRPr/>
              </a:pPr>
              <a:endParaRPr lang="en-US" sz="1200" b="1" dirty="0">
                <a:solidFill>
                  <a:schemeClr val="accent1"/>
                </a:solidFill>
              </a:endParaRPr>
            </a:p>
            <a:p>
              <a:pPr lvl="0" defTabSz="777329">
                <a:defRPr/>
              </a:pPr>
              <a:endParaRPr lang="en-US" sz="1200" b="1" dirty="0">
                <a:solidFill>
                  <a:schemeClr val="accent1"/>
                </a:solidFill>
              </a:endParaRPr>
            </a:p>
            <a:p>
              <a:pPr lvl="0" defTabSz="777329">
                <a:defRPr/>
              </a:pPr>
              <a:r>
                <a:rPr lang="en-US" sz="1200" b="1" dirty="0">
                  <a:solidFill>
                    <a:schemeClr val="accent1"/>
                  </a:solidFill>
                </a:rPr>
                <a:t>COMMERCIALIZATION OBJECTIVE</a:t>
              </a:r>
            </a:p>
            <a:p>
              <a:pPr lvl="0" defTabSz="777329">
                <a:defRPr/>
              </a:pPr>
              <a:endParaRPr lang="en-US" sz="1000" i="1" dirty="0">
                <a:solidFill>
                  <a:schemeClr val="tx2"/>
                </a:solidFill>
              </a:endParaRPr>
            </a:p>
          </p:txBody>
        </p:sp>
        <p:sp>
          <p:nvSpPr>
            <p:cNvPr id="38" name="Rectangle 37">
              <a:extLst>
                <a:ext uri="{FF2B5EF4-FFF2-40B4-BE49-F238E27FC236}">
                  <a16:creationId xmlns:a16="http://schemas.microsoft.com/office/drawing/2014/main" id="{AE9B7C18-66A7-44A7-9275-6942026996FA}"/>
                </a:ext>
              </a:extLst>
            </p:cNvPr>
            <p:cNvSpPr/>
            <p:nvPr/>
          </p:nvSpPr>
          <p:spPr>
            <a:xfrm>
              <a:off x="425446" y="4662365"/>
              <a:ext cx="2756677" cy="1878755"/>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POST-PROJECT STATE</a:t>
              </a:r>
            </a:p>
          </p:txBody>
        </p:sp>
        <p:sp>
          <p:nvSpPr>
            <p:cNvPr id="39" name="Rectangle 38">
              <a:extLst>
                <a:ext uri="{FF2B5EF4-FFF2-40B4-BE49-F238E27FC236}">
                  <a16:creationId xmlns:a16="http://schemas.microsoft.com/office/drawing/2014/main" id="{41A7FCA0-E9AB-4D32-8675-7A5323AC05EC}"/>
                </a:ext>
              </a:extLst>
            </p:cNvPr>
            <p:cNvSpPr/>
            <p:nvPr/>
          </p:nvSpPr>
          <p:spPr>
            <a:xfrm>
              <a:off x="3229408" y="4662365"/>
              <a:ext cx="2756677" cy="1878755"/>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END COMMERCIALIZED STATE</a:t>
              </a:r>
            </a:p>
            <a:p>
              <a:pPr marL="0" lvl="0" indent="0" defTabSz="777329">
                <a:buFont typeface="Arial" panose="020B0604020202020204" pitchFamily="34" charset="0"/>
                <a:buNone/>
                <a:defRPr/>
              </a:pPr>
              <a:endParaRPr lang="en-US" sz="1400" i="1" dirty="0">
                <a:solidFill>
                  <a:srgbClr val="7F7F7F"/>
                </a:solidFill>
              </a:endParaRPr>
            </a:p>
            <a:p>
              <a:pPr marL="171450" lvl="0" indent="-171450" defTabSz="777329">
                <a:buFont typeface="Arial" panose="020B0604020202020204" pitchFamily="34" charset="0"/>
                <a:buChar char="•"/>
                <a:defRPr/>
              </a:pPr>
              <a:endParaRPr lang="en-US" sz="1400" i="1" dirty="0">
                <a:solidFill>
                  <a:srgbClr val="7F7F7F"/>
                </a:solidFill>
              </a:endParaRPr>
            </a:p>
          </p:txBody>
        </p:sp>
        <p:sp>
          <p:nvSpPr>
            <p:cNvPr id="40" name="TextBox 39">
              <a:extLst>
                <a:ext uri="{FF2B5EF4-FFF2-40B4-BE49-F238E27FC236}">
                  <a16:creationId xmlns:a16="http://schemas.microsoft.com/office/drawing/2014/main" id="{518FDD1B-3E84-4096-BF1B-160BDDC43C98}"/>
                </a:ext>
              </a:extLst>
            </p:cNvPr>
            <p:cNvSpPr txBox="1"/>
            <p:nvPr/>
          </p:nvSpPr>
          <p:spPr>
            <a:xfrm>
              <a:off x="376418" y="2725370"/>
              <a:ext cx="5562600" cy="307777"/>
            </a:xfrm>
            <a:prstGeom prst="rect">
              <a:avLst/>
            </a:prstGeom>
            <a:noFill/>
          </p:spPr>
          <p:txBody>
            <a:bodyPr wrap="square" rtlCol="0">
              <a:spAutoFit/>
            </a:bodyPr>
            <a:lstStyle/>
            <a:p>
              <a:pPr lvl="0" defTabSz="777329">
                <a:defRPr/>
              </a:pPr>
              <a:r>
                <a:rPr lang="en-US" sz="1400" b="1" dirty="0">
                  <a:solidFill>
                    <a:schemeClr val="bg1"/>
                  </a:solidFill>
                </a:rPr>
                <a:t>COMMERCIALIZED SOLUTION</a:t>
              </a:r>
              <a:endParaRPr lang="en-US" sz="2400" b="1" dirty="0">
                <a:solidFill>
                  <a:schemeClr val="bg1"/>
                </a:solidFill>
              </a:endParaRPr>
            </a:p>
          </p:txBody>
        </p:sp>
        <p:sp>
          <p:nvSpPr>
            <p:cNvPr id="41" name="Rectangle 40">
              <a:extLst>
                <a:ext uri="{FF2B5EF4-FFF2-40B4-BE49-F238E27FC236}">
                  <a16:creationId xmlns:a16="http://schemas.microsoft.com/office/drawing/2014/main" id="{6833130D-2FDC-40DB-96C4-F1D5F5CB372D}"/>
                </a:ext>
              </a:extLst>
            </p:cNvPr>
            <p:cNvSpPr/>
            <p:nvPr/>
          </p:nvSpPr>
          <p:spPr>
            <a:xfrm>
              <a:off x="423240" y="2752698"/>
              <a:ext cx="5560639" cy="378842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51" name="Rectangle 50">
            <a:extLst>
              <a:ext uri="{FF2B5EF4-FFF2-40B4-BE49-F238E27FC236}">
                <a16:creationId xmlns:a16="http://schemas.microsoft.com/office/drawing/2014/main" id="{86D650EC-74EB-4890-8F2B-8FF3C7219624}"/>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8AA10CAB-0FAD-4108-8E5C-3AD7913FEC48}"/>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53" name="TextBox 52">
            <a:extLst>
              <a:ext uri="{FF2B5EF4-FFF2-40B4-BE49-F238E27FC236}">
                <a16:creationId xmlns:a16="http://schemas.microsoft.com/office/drawing/2014/main" id="{1CB08022-56F0-4D46-BD5B-909CD83D4F90}"/>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grpSp>
        <p:nvGrpSpPr>
          <p:cNvPr id="54" name="Group 53">
            <a:extLst>
              <a:ext uri="{FF2B5EF4-FFF2-40B4-BE49-F238E27FC236}">
                <a16:creationId xmlns:a16="http://schemas.microsoft.com/office/drawing/2014/main" id="{65A9050A-F7D7-460F-B049-0AE2AE0CC920}"/>
              </a:ext>
            </a:extLst>
          </p:cNvPr>
          <p:cNvGrpSpPr/>
          <p:nvPr userDrawn="1"/>
        </p:nvGrpSpPr>
        <p:grpSpPr>
          <a:xfrm>
            <a:off x="6147073" y="726283"/>
            <a:ext cx="5629913" cy="5799540"/>
            <a:chOff x="6147073" y="726283"/>
            <a:chExt cx="5629913" cy="5799540"/>
          </a:xfrm>
        </p:grpSpPr>
        <p:sp>
          <p:nvSpPr>
            <p:cNvPr id="55" name="TextBox 54">
              <a:extLst>
                <a:ext uri="{FF2B5EF4-FFF2-40B4-BE49-F238E27FC236}">
                  <a16:creationId xmlns:a16="http://schemas.microsoft.com/office/drawing/2014/main" id="{3776AA43-3EC6-4D55-B006-9712C31BB2E1}"/>
                </a:ext>
              </a:extLst>
            </p:cNvPr>
            <p:cNvSpPr txBox="1"/>
            <p:nvPr userDrawn="1"/>
          </p:nvSpPr>
          <p:spPr>
            <a:xfrm>
              <a:off x="6147073" y="726283"/>
              <a:ext cx="5562600" cy="307777"/>
            </a:xfrm>
            <a:prstGeom prst="rect">
              <a:avLst/>
            </a:prstGeom>
            <a:noFill/>
          </p:spPr>
          <p:txBody>
            <a:bodyPr wrap="square" rtlCol="0">
              <a:spAutoFit/>
            </a:bodyPr>
            <a:lstStyle/>
            <a:p>
              <a:r>
                <a:rPr lang="en-US" sz="1400" b="1" dirty="0">
                  <a:solidFill>
                    <a:schemeClr val="bg1"/>
                  </a:solidFill>
                </a:rPr>
                <a:t>TECHNOLOGY INTEGRATION</a:t>
              </a:r>
              <a:endParaRPr lang="en-US" sz="1400" dirty="0">
                <a:solidFill>
                  <a:schemeClr val="bg1"/>
                </a:solidFill>
              </a:endParaRPr>
            </a:p>
          </p:txBody>
        </p:sp>
        <p:grpSp>
          <p:nvGrpSpPr>
            <p:cNvPr id="56" name="Group 55">
              <a:extLst>
                <a:ext uri="{FF2B5EF4-FFF2-40B4-BE49-F238E27FC236}">
                  <a16:creationId xmlns:a16="http://schemas.microsoft.com/office/drawing/2014/main" id="{4CBE6B33-3633-41D7-BF49-6279433EC817}"/>
                </a:ext>
              </a:extLst>
            </p:cNvPr>
            <p:cNvGrpSpPr/>
            <p:nvPr userDrawn="1"/>
          </p:nvGrpSpPr>
          <p:grpSpPr>
            <a:xfrm>
              <a:off x="6204199" y="1027669"/>
              <a:ext cx="5572787" cy="5498154"/>
              <a:chOff x="6204199" y="1027669"/>
              <a:chExt cx="5572787" cy="5498154"/>
            </a:xfrm>
          </p:grpSpPr>
          <p:grpSp>
            <p:nvGrpSpPr>
              <p:cNvPr id="57" name="Group 56">
                <a:extLst>
                  <a:ext uri="{FF2B5EF4-FFF2-40B4-BE49-F238E27FC236}">
                    <a16:creationId xmlns:a16="http://schemas.microsoft.com/office/drawing/2014/main" id="{510ED973-A02A-4006-883A-6A1C0892D485}"/>
                  </a:ext>
                </a:extLst>
              </p:cNvPr>
              <p:cNvGrpSpPr/>
              <p:nvPr userDrawn="1"/>
            </p:nvGrpSpPr>
            <p:grpSpPr>
              <a:xfrm>
                <a:off x="6204199" y="1027669"/>
                <a:ext cx="5572787" cy="2932599"/>
                <a:chOff x="6228263" y="1027669"/>
                <a:chExt cx="5572787" cy="2877669"/>
              </a:xfrm>
            </p:grpSpPr>
            <p:sp>
              <p:nvSpPr>
                <p:cNvPr id="61" name="Rectangle 60">
                  <a:extLst>
                    <a:ext uri="{FF2B5EF4-FFF2-40B4-BE49-F238E27FC236}">
                      <a16:creationId xmlns:a16="http://schemas.microsoft.com/office/drawing/2014/main" id="{B6C4F993-D9EB-45A0-A3DF-154F33AE59F6}"/>
                    </a:ext>
                  </a:extLst>
                </p:cNvPr>
                <p:cNvSpPr/>
                <p:nvPr/>
              </p:nvSpPr>
              <p:spPr>
                <a:xfrm>
                  <a:off x="6228263" y="1027669"/>
                  <a:ext cx="2424235" cy="1629385"/>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en-US" sz="1200" b="1" dirty="0">
                      <a:solidFill>
                        <a:schemeClr val="accent1"/>
                      </a:solidFill>
                    </a:rPr>
                    <a:t>TARGET CUSTOMERS</a:t>
                  </a:r>
                </a:p>
              </p:txBody>
            </p:sp>
            <p:sp>
              <p:nvSpPr>
                <p:cNvPr id="62" name="Rectangle 61">
                  <a:extLst>
                    <a:ext uri="{FF2B5EF4-FFF2-40B4-BE49-F238E27FC236}">
                      <a16:creationId xmlns:a16="http://schemas.microsoft.com/office/drawing/2014/main" id="{ACEF5E14-5B09-4413-B4DB-0CA663CF9959}"/>
                    </a:ext>
                  </a:extLst>
                </p:cNvPr>
                <p:cNvSpPr/>
                <p:nvPr/>
              </p:nvSpPr>
              <p:spPr>
                <a:xfrm>
                  <a:off x="8709624" y="1027669"/>
                  <a:ext cx="3081240" cy="162938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KEY PARTNERS</a:t>
                  </a:r>
                </a:p>
              </p:txBody>
            </p:sp>
            <p:sp>
              <p:nvSpPr>
                <p:cNvPr id="63" name="Rectangle 62">
                  <a:extLst>
                    <a:ext uri="{FF2B5EF4-FFF2-40B4-BE49-F238E27FC236}">
                      <a16:creationId xmlns:a16="http://schemas.microsoft.com/office/drawing/2014/main" id="{9A6DF517-00EC-4D4E-997F-5546226B3DC4}"/>
                    </a:ext>
                  </a:extLst>
                </p:cNvPr>
                <p:cNvSpPr/>
                <p:nvPr/>
              </p:nvSpPr>
              <p:spPr>
                <a:xfrm>
                  <a:off x="6238450" y="2716335"/>
                  <a:ext cx="5562600" cy="1189003"/>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400" b="1" dirty="0">
                      <a:solidFill>
                        <a:schemeClr val="accent1"/>
                      </a:solidFill>
                    </a:rPr>
                    <a:t>VALUE PROPOSITION</a:t>
                  </a:r>
                  <a:endParaRPr lang="en-US" sz="1600" dirty="0">
                    <a:solidFill>
                      <a:schemeClr val="accent1"/>
                    </a:solidFill>
                  </a:endParaRPr>
                </a:p>
              </p:txBody>
            </p:sp>
          </p:grpSp>
          <p:sp>
            <p:nvSpPr>
              <p:cNvPr id="58" name="Rectangle 57">
                <a:extLst>
                  <a:ext uri="{FF2B5EF4-FFF2-40B4-BE49-F238E27FC236}">
                    <a16:creationId xmlns:a16="http://schemas.microsoft.com/office/drawing/2014/main" id="{0CFF6060-E470-4D51-9CB7-00BAA44A1EAD}"/>
                  </a:ext>
                </a:extLst>
              </p:cNvPr>
              <p:cNvSpPr/>
              <p:nvPr userDrawn="1"/>
            </p:nvSpPr>
            <p:spPr>
              <a:xfrm>
                <a:off x="6205840" y="5382516"/>
                <a:ext cx="5562600" cy="1143307"/>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400" b="1" dirty="0">
                    <a:solidFill>
                      <a:schemeClr val="accent1"/>
                    </a:solidFill>
                  </a:rPr>
                  <a:t>COMPETITIVE LANDSCAPE</a:t>
                </a:r>
                <a:endParaRPr lang="en-US" sz="1600" dirty="0">
                  <a:solidFill>
                    <a:schemeClr val="accent1"/>
                  </a:solidFill>
                </a:endParaRPr>
              </a:p>
              <a:p>
                <a:pPr marR="0" lvl="0" algn="l" defTabSz="777329" rtl="0" eaLnBrk="1" fontAlgn="auto" latinLnBrk="0" hangingPunct="1">
                  <a:lnSpc>
                    <a:spcPct val="100000"/>
                  </a:lnSpc>
                  <a:spcBef>
                    <a:spcPts val="0"/>
                  </a:spcBef>
                  <a:spcAft>
                    <a:spcPts val="0"/>
                  </a:spcAft>
                  <a:buClrTx/>
                  <a:buSzTx/>
                  <a:tabLst/>
                  <a:defRPr/>
                </a:pPr>
                <a:endParaRPr kumimoji="0" lang="en-US" sz="1000" b="0" i="0" u="none" strike="noStrike" kern="1200" cap="none" spc="0" normalizeH="0" baseline="0" noProof="0" dirty="0">
                  <a:ln>
                    <a:noFill/>
                  </a:ln>
                  <a:solidFill>
                    <a:srgbClr val="7F7F7F"/>
                  </a:solidFill>
                  <a:effectLst/>
                  <a:uLnTx/>
                  <a:uFillTx/>
                  <a:latin typeface="Calibri" panose="020F0502020204030204"/>
                  <a:ea typeface="+mn-ea"/>
                  <a:cs typeface="+mn-cs"/>
                </a:endParaRPr>
              </a:p>
            </p:txBody>
          </p:sp>
        </p:grpSp>
      </p:grpSp>
      <p:sp>
        <p:nvSpPr>
          <p:cNvPr id="64" name="Rectangle 63">
            <a:extLst>
              <a:ext uri="{FF2B5EF4-FFF2-40B4-BE49-F238E27FC236}">
                <a16:creationId xmlns:a16="http://schemas.microsoft.com/office/drawing/2014/main" id="{0E906A5C-2AE6-4A71-A22C-1EFF1CDC1E8D}"/>
              </a:ext>
            </a:extLst>
          </p:cNvPr>
          <p:cNvSpPr/>
          <p:nvPr userDrawn="1"/>
        </p:nvSpPr>
        <p:spPr>
          <a:xfrm>
            <a:off x="6204199" y="740722"/>
            <a:ext cx="5560639" cy="580039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2" name="Rectangle 31">
            <a:extLst>
              <a:ext uri="{FF2B5EF4-FFF2-40B4-BE49-F238E27FC236}">
                <a16:creationId xmlns:a16="http://schemas.microsoft.com/office/drawing/2014/main" id="{9E8185DD-D3DA-488A-9F46-A11C55FD3775}"/>
              </a:ext>
            </a:extLst>
          </p:cNvPr>
          <p:cNvSpPr/>
          <p:nvPr userDrawn="1"/>
        </p:nvSpPr>
        <p:spPr>
          <a:xfrm>
            <a:off x="404864" y="754096"/>
            <a:ext cx="1741887" cy="276999"/>
          </a:xfrm>
          <a:prstGeom prst="rect">
            <a:avLst/>
          </a:prstGeom>
        </p:spPr>
        <p:txBody>
          <a:bodyPr wrap="none">
            <a:spAutoFit/>
          </a:bodyPr>
          <a:lstStyle/>
          <a:p>
            <a:r>
              <a:rPr lang="en-US" sz="1200" b="1" dirty="0">
                <a:solidFill>
                  <a:schemeClr val="bg1"/>
                </a:solidFill>
              </a:rPr>
              <a:t>PROJECT SUMMARY</a:t>
            </a:r>
          </a:p>
        </p:txBody>
      </p:sp>
      <p:sp>
        <p:nvSpPr>
          <p:cNvPr id="33" name="Rectangle 32">
            <a:extLst>
              <a:ext uri="{FF2B5EF4-FFF2-40B4-BE49-F238E27FC236}">
                <a16:creationId xmlns:a16="http://schemas.microsoft.com/office/drawing/2014/main" id="{46153E89-6675-4B6C-B96E-4BFB462561EF}"/>
              </a:ext>
            </a:extLst>
          </p:cNvPr>
          <p:cNvSpPr/>
          <p:nvPr userDrawn="1"/>
        </p:nvSpPr>
        <p:spPr>
          <a:xfrm>
            <a:off x="3197066" y="750670"/>
            <a:ext cx="1635191" cy="276999"/>
          </a:xfrm>
          <a:prstGeom prst="rect">
            <a:avLst/>
          </a:prstGeom>
        </p:spPr>
        <p:txBody>
          <a:bodyPr wrap="none">
            <a:spAutoFit/>
          </a:bodyPr>
          <a:lstStyle/>
          <a:p>
            <a:r>
              <a:rPr lang="en-US" sz="1200" b="1" dirty="0">
                <a:solidFill>
                  <a:schemeClr val="bg1"/>
                </a:solidFill>
              </a:rPr>
              <a:t>TARGET USE CASE</a:t>
            </a:r>
          </a:p>
        </p:txBody>
      </p:sp>
      <p:sp>
        <p:nvSpPr>
          <p:cNvPr id="34" name="Text Placeholder 2">
            <a:extLst>
              <a:ext uri="{FF2B5EF4-FFF2-40B4-BE49-F238E27FC236}">
                <a16:creationId xmlns:a16="http://schemas.microsoft.com/office/drawing/2014/main" id="{F57312E5-3D3E-4300-8407-36FAFED75BF7}"/>
              </a:ext>
            </a:extLst>
          </p:cNvPr>
          <p:cNvSpPr>
            <a:spLocks noGrp="1"/>
          </p:cNvSpPr>
          <p:nvPr>
            <p:ph type="body" sz="quarter" idx="10" hasCustomPrompt="1"/>
          </p:nvPr>
        </p:nvSpPr>
        <p:spPr>
          <a:xfrm>
            <a:off x="427162" y="1000347"/>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Include a summary of the project. Touch on the current user state, the problem or opportunity with the current state, and the proposed solution.</a:t>
            </a:r>
          </a:p>
        </p:txBody>
      </p:sp>
      <p:sp>
        <p:nvSpPr>
          <p:cNvPr id="35" name="Rectangle 34">
            <a:extLst>
              <a:ext uri="{FF2B5EF4-FFF2-40B4-BE49-F238E27FC236}">
                <a16:creationId xmlns:a16="http://schemas.microsoft.com/office/drawing/2014/main" id="{BC9A1B90-1F9A-49DF-AB65-B0109E56B4FC}"/>
              </a:ext>
            </a:extLst>
          </p:cNvPr>
          <p:cNvSpPr/>
          <p:nvPr userDrawn="1"/>
        </p:nvSpPr>
        <p:spPr>
          <a:xfrm>
            <a:off x="423240" y="750670"/>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5" name="Text Placeholder 2">
            <a:extLst>
              <a:ext uri="{FF2B5EF4-FFF2-40B4-BE49-F238E27FC236}">
                <a16:creationId xmlns:a16="http://schemas.microsoft.com/office/drawing/2014/main" id="{1944860B-13D2-4724-8B8F-CA4E1DDCFE09}"/>
              </a:ext>
            </a:extLst>
          </p:cNvPr>
          <p:cNvSpPr>
            <a:spLocks noGrp="1"/>
          </p:cNvSpPr>
          <p:nvPr>
            <p:ph type="body" sz="quarter" idx="11" hasCustomPrompt="1"/>
          </p:nvPr>
        </p:nvSpPr>
        <p:spPr>
          <a:xfrm>
            <a:off x="3245638" y="996016"/>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This section should be written in the following general form and relate to the project objectives: “As a _____, I want to (better/faster/etc.) _______ in order to ______.” </a:t>
            </a:r>
          </a:p>
        </p:txBody>
      </p:sp>
      <p:sp>
        <p:nvSpPr>
          <p:cNvPr id="66" name="Rectangle 65">
            <a:extLst>
              <a:ext uri="{FF2B5EF4-FFF2-40B4-BE49-F238E27FC236}">
                <a16:creationId xmlns:a16="http://schemas.microsoft.com/office/drawing/2014/main" id="{B49D17C5-DF7A-48A6-A327-3114E40987DE}"/>
              </a:ext>
            </a:extLst>
          </p:cNvPr>
          <p:cNvSpPr/>
          <p:nvPr userDrawn="1"/>
        </p:nvSpPr>
        <p:spPr>
          <a:xfrm>
            <a:off x="3228182" y="753565"/>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7" name="Text Placeholder 6">
            <a:extLst>
              <a:ext uri="{FF2B5EF4-FFF2-40B4-BE49-F238E27FC236}">
                <a16:creationId xmlns:a16="http://schemas.microsoft.com/office/drawing/2014/main" id="{0DE5AC4A-6707-49A9-BB7F-F5FD72983969}"/>
              </a:ext>
            </a:extLst>
          </p:cNvPr>
          <p:cNvSpPr>
            <a:spLocks noGrp="1"/>
          </p:cNvSpPr>
          <p:nvPr>
            <p:ph type="body" sz="quarter" idx="18" hasCustomPrompt="1"/>
          </p:nvPr>
        </p:nvSpPr>
        <p:spPr>
          <a:xfrm>
            <a:off x="423414" y="3165074"/>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68" name="Text Placeholder 8">
            <a:extLst>
              <a:ext uri="{FF2B5EF4-FFF2-40B4-BE49-F238E27FC236}">
                <a16:creationId xmlns:a16="http://schemas.microsoft.com/office/drawing/2014/main" id="{AFAAB562-6092-4781-AF1E-0A8E3E0F9818}"/>
              </a:ext>
            </a:extLst>
          </p:cNvPr>
          <p:cNvSpPr>
            <a:spLocks noGrp="1"/>
          </p:cNvSpPr>
          <p:nvPr>
            <p:ph type="body" sz="quarter" idx="19" hasCustomPrompt="1"/>
          </p:nvPr>
        </p:nvSpPr>
        <p:spPr>
          <a:xfrm>
            <a:off x="421034" y="3377967"/>
            <a:ext cx="5556250" cy="52219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Description [e.g. A software plugin for CAD/CAM to allow for rapid CNC machining]</a:t>
            </a:r>
          </a:p>
        </p:txBody>
      </p:sp>
      <p:sp>
        <p:nvSpPr>
          <p:cNvPr id="71" name="Text Placeholder 8">
            <a:extLst>
              <a:ext uri="{FF2B5EF4-FFF2-40B4-BE49-F238E27FC236}">
                <a16:creationId xmlns:a16="http://schemas.microsoft.com/office/drawing/2014/main" id="{31C87802-8A1B-4EEB-AEBB-06505803D071}"/>
              </a:ext>
            </a:extLst>
          </p:cNvPr>
          <p:cNvSpPr>
            <a:spLocks noGrp="1"/>
          </p:cNvSpPr>
          <p:nvPr>
            <p:ph type="body" sz="quarter" idx="20" hasCustomPrompt="1"/>
          </p:nvPr>
        </p:nvSpPr>
        <p:spPr>
          <a:xfrm>
            <a:off x="450057" y="3928697"/>
            <a:ext cx="5556250" cy="52219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commercialized with [Commercialization Partner(s)] to create [Commercialized Product Offering] that [Value Proposition].</a:t>
            </a:r>
          </a:p>
        </p:txBody>
      </p:sp>
      <p:sp>
        <p:nvSpPr>
          <p:cNvPr id="72" name="Text Placeholder 2">
            <a:extLst>
              <a:ext uri="{FF2B5EF4-FFF2-40B4-BE49-F238E27FC236}">
                <a16:creationId xmlns:a16="http://schemas.microsoft.com/office/drawing/2014/main" id="{81A53053-19DB-4E4F-89E8-9A3B39EC1C8E}"/>
              </a:ext>
            </a:extLst>
          </p:cNvPr>
          <p:cNvSpPr>
            <a:spLocks noGrp="1"/>
          </p:cNvSpPr>
          <p:nvPr>
            <p:ph type="body" sz="quarter" idx="21" hasCustomPrompt="1"/>
          </p:nvPr>
        </p:nvSpPr>
        <p:spPr>
          <a:xfrm>
            <a:off x="423921" y="4839389"/>
            <a:ext cx="2744860" cy="1684233"/>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What is the state of the technology at the end of the project period of performance?  Think in terms of deployment by other MxD industry members. </a:t>
            </a:r>
          </a:p>
        </p:txBody>
      </p:sp>
      <p:sp>
        <p:nvSpPr>
          <p:cNvPr id="73" name="Text Placeholder 2">
            <a:extLst>
              <a:ext uri="{FF2B5EF4-FFF2-40B4-BE49-F238E27FC236}">
                <a16:creationId xmlns:a16="http://schemas.microsoft.com/office/drawing/2014/main" id="{4089849C-AA1B-4D53-B9B5-9A503A8F1F9B}"/>
              </a:ext>
            </a:extLst>
          </p:cNvPr>
          <p:cNvSpPr>
            <a:spLocks noGrp="1"/>
          </p:cNvSpPr>
          <p:nvPr>
            <p:ph type="body" sz="quarter" idx="22" hasCustomPrompt="1"/>
          </p:nvPr>
        </p:nvSpPr>
        <p:spPr>
          <a:xfrm>
            <a:off x="3242397" y="4835058"/>
            <a:ext cx="2744860" cy="1684233"/>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What is the anticipated end state of the commercialized solution? </a:t>
            </a:r>
          </a:p>
        </p:txBody>
      </p:sp>
      <p:sp>
        <p:nvSpPr>
          <p:cNvPr id="74" name="Text Placeholder 2">
            <a:extLst>
              <a:ext uri="{FF2B5EF4-FFF2-40B4-BE49-F238E27FC236}">
                <a16:creationId xmlns:a16="http://schemas.microsoft.com/office/drawing/2014/main" id="{CCAD21BB-97C9-4F16-A1BD-F0F6889AB261}"/>
              </a:ext>
            </a:extLst>
          </p:cNvPr>
          <p:cNvSpPr>
            <a:spLocks noGrp="1"/>
          </p:cNvSpPr>
          <p:nvPr>
            <p:ph type="body" sz="quarter" idx="23" hasCustomPrompt="1"/>
          </p:nvPr>
        </p:nvSpPr>
        <p:spPr>
          <a:xfrm>
            <a:off x="6210785" y="1271937"/>
            <a:ext cx="2462628" cy="1428018"/>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Who is the target customer for the commercialized technology and what is their  primary need?</a:t>
            </a:r>
          </a:p>
        </p:txBody>
      </p:sp>
      <p:sp>
        <p:nvSpPr>
          <p:cNvPr id="75" name="Text Placeholder 2">
            <a:extLst>
              <a:ext uri="{FF2B5EF4-FFF2-40B4-BE49-F238E27FC236}">
                <a16:creationId xmlns:a16="http://schemas.microsoft.com/office/drawing/2014/main" id="{E6A5E062-278C-4F30-AA86-6E4C9A107563}"/>
              </a:ext>
            </a:extLst>
          </p:cNvPr>
          <p:cNvSpPr>
            <a:spLocks noGrp="1"/>
          </p:cNvSpPr>
          <p:nvPr>
            <p:ph type="body" sz="quarter" idx="24" hasCustomPrompt="1"/>
          </p:nvPr>
        </p:nvSpPr>
        <p:spPr>
          <a:xfrm>
            <a:off x="8682934" y="1271937"/>
            <a:ext cx="3075330" cy="1428018"/>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Which organizations have been identified as key partners in the commercialization process and what is their key activity? </a:t>
            </a:r>
          </a:p>
        </p:txBody>
      </p:sp>
      <p:sp>
        <p:nvSpPr>
          <p:cNvPr id="76" name="Text Placeholder 8">
            <a:extLst>
              <a:ext uri="{FF2B5EF4-FFF2-40B4-BE49-F238E27FC236}">
                <a16:creationId xmlns:a16="http://schemas.microsoft.com/office/drawing/2014/main" id="{FE3CD246-79E3-45E1-BD70-1FEF5B8DE21B}"/>
              </a:ext>
            </a:extLst>
          </p:cNvPr>
          <p:cNvSpPr>
            <a:spLocks noGrp="1"/>
          </p:cNvSpPr>
          <p:nvPr>
            <p:ph type="body" sz="quarter" idx="25" hasCustomPrompt="1"/>
          </p:nvPr>
        </p:nvSpPr>
        <p:spPr>
          <a:xfrm>
            <a:off x="6202663" y="2986905"/>
            <a:ext cx="5556250" cy="9875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To what extent are aspects of this technology commercially available? What are the unique or novel aspects of this project outcome? </a:t>
            </a:r>
          </a:p>
        </p:txBody>
      </p:sp>
      <p:sp>
        <p:nvSpPr>
          <p:cNvPr id="77" name="Text Placeholder 8">
            <a:extLst>
              <a:ext uri="{FF2B5EF4-FFF2-40B4-BE49-F238E27FC236}">
                <a16:creationId xmlns:a16="http://schemas.microsoft.com/office/drawing/2014/main" id="{0F8024BB-A75B-4414-821D-5036FFFE1704}"/>
              </a:ext>
            </a:extLst>
          </p:cNvPr>
          <p:cNvSpPr>
            <a:spLocks noGrp="1"/>
          </p:cNvSpPr>
          <p:nvPr>
            <p:ph type="body" sz="quarter" idx="26" hasCustomPrompt="1"/>
          </p:nvPr>
        </p:nvSpPr>
        <p:spPr>
          <a:xfrm>
            <a:off x="6223652" y="5622795"/>
            <a:ext cx="5556250" cy="9183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What other companies or organizations exist in this market? What is your key differentiator?</a:t>
            </a:r>
          </a:p>
        </p:txBody>
      </p:sp>
      <p:sp>
        <p:nvSpPr>
          <p:cNvPr id="5" name="Chart Placeholder 4">
            <a:extLst>
              <a:ext uri="{FF2B5EF4-FFF2-40B4-BE49-F238E27FC236}">
                <a16:creationId xmlns:a16="http://schemas.microsoft.com/office/drawing/2014/main" id="{FE031EF7-9C4B-49E3-9080-4155C31AE6C9}"/>
              </a:ext>
            </a:extLst>
          </p:cNvPr>
          <p:cNvSpPr>
            <a:spLocks noGrp="1"/>
          </p:cNvSpPr>
          <p:nvPr>
            <p:ph type="chart" sz="quarter" idx="27" hasCustomPrompt="1"/>
          </p:nvPr>
        </p:nvSpPr>
        <p:spPr>
          <a:xfrm>
            <a:off x="6204198" y="4016230"/>
            <a:ext cx="2712998" cy="1346200"/>
          </a:xfrm>
          <a:prstGeom prst="rect">
            <a:avLst/>
          </a:prstGeom>
        </p:spPr>
        <p:txBody>
          <a:bodyPr/>
          <a:lstStyle>
            <a:lvl1pPr marL="0" indent="0">
              <a:buNone/>
              <a:defRPr sz="2400">
                <a:solidFill>
                  <a:schemeClr val="bg1"/>
                </a:solidFill>
              </a:defRPr>
            </a:lvl1pPr>
          </a:lstStyle>
          <a:p>
            <a:r>
              <a:rPr lang="en-US" dirty="0"/>
              <a:t>Generic Technology Market Share Chart</a:t>
            </a:r>
          </a:p>
        </p:txBody>
      </p:sp>
      <p:sp>
        <p:nvSpPr>
          <p:cNvPr id="82" name="Chart Placeholder 4">
            <a:extLst>
              <a:ext uri="{FF2B5EF4-FFF2-40B4-BE49-F238E27FC236}">
                <a16:creationId xmlns:a16="http://schemas.microsoft.com/office/drawing/2014/main" id="{6537DDC5-D6B5-43F7-B258-E7DAD72346A8}"/>
              </a:ext>
            </a:extLst>
          </p:cNvPr>
          <p:cNvSpPr>
            <a:spLocks noGrp="1"/>
          </p:cNvSpPr>
          <p:nvPr>
            <p:ph type="chart" sz="quarter" idx="28" hasCustomPrompt="1"/>
          </p:nvPr>
        </p:nvSpPr>
        <p:spPr>
          <a:xfrm>
            <a:off x="9016056" y="4020680"/>
            <a:ext cx="2712998" cy="1346200"/>
          </a:xfrm>
          <a:prstGeom prst="rect">
            <a:avLst/>
          </a:prstGeom>
        </p:spPr>
        <p:txBody>
          <a:bodyPr/>
          <a:lstStyle>
            <a:lvl1pPr marL="0" indent="0">
              <a:buNone/>
              <a:defRPr sz="2400">
                <a:solidFill>
                  <a:schemeClr val="bg1"/>
                </a:solidFill>
              </a:defRPr>
            </a:lvl1pPr>
          </a:lstStyle>
          <a:p>
            <a:r>
              <a:rPr lang="en-US" dirty="0"/>
              <a:t>Generic Industry Outlook Chart</a:t>
            </a:r>
          </a:p>
          <a:p>
            <a:endParaRPr lang="en-US" dirty="0"/>
          </a:p>
        </p:txBody>
      </p:sp>
      <p:sp>
        <p:nvSpPr>
          <p:cNvPr id="83" name="TextBox 82">
            <a:extLst>
              <a:ext uri="{FF2B5EF4-FFF2-40B4-BE49-F238E27FC236}">
                <a16:creationId xmlns:a16="http://schemas.microsoft.com/office/drawing/2014/main" id="{230CF455-D1E6-452C-B890-C0EA05E794AA}"/>
              </a:ext>
            </a:extLst>
          </p:cNvPr>
          <p:cNvSpPr txBox="1"/>
          <p:nvPr userDrawn="1"/>
        </p:nvSpPr>
        <p:spPr>
          <a:xfrm>
            <a:off x="344002" y="293077"/>
            <a:ext cx="8483475" cy="400110"/>
          </a:xfrm>
          <a:prstGeom prst="rect">
            <a:avLst/>
          </a:prstGeom>
          <a:noFill/>
        </p:spPr>
        <p:txBody>
          <a:bodyPr wrap="square" rtlCol="0" anchor="ctr">
            <a:spAutoFit/>
          </a:bodyPr>
          <a:lstStyle/>
          <a:p>
            <a:pPr algn="l"/>
            <a:r>
              <a:rPr lang="en-US" sz="2000" b="1" dirty="0">
                <a:solidFill>
                  <a:schemeClr val="bg1"/>
                </a:solidFill>
              </a:rPr>
              <a:t>COMMERCIALIZATION |</a:t>
            </a:r>
          </a:p>
        </p:txBody>
      </p:sp>
      <p:sp>
        <p:nvSpPr>
          <p:cNvPr id="84" name="Text Placeholder 11">
            <a:extLst>
              <a:ext uri="{FF2B5EF4-FFF2-40B4-BE49-F238E27FC236}">
                <a16:creationId xmlns:a16="http://schemas.microsoft.com/office/drawing/2014/main" id="{AD0FA369-87E5-4B1E-AA7F-A5F6924C46B9}"/>
              </a:ext>
            </a:extLst>
          </p:cNvPr>
          <p:cNvSpPr>
            <a:spLocks noGrp="1"/>
          </p:cNvSpPr>
          <p:nvPr>
            <p:ph type="body" sz="quarter" idx="29" hasCustomPrompt="1"/>
          </p:nvPr>
        </p:nvSpPr>
        <p:spPr>
          <a:xfrm>
            <a:off x="3324225" y="293077"/>
            <a:ext cx="7277100" cy="404812"/>
          </a:xfrm>
          <a:prstGeom prst="rect">
            <a:avLst/>
          </a:prstGeom>
        </p:spPr>
        <p:txBody>
          <a:bodyPr anchor="ctr"/>
          <a:lstStyle>
            <a:lvl1pPr marL="0" indent="0">
              <a:buNone/>
              <a:defRPr sz="2000" b="1">
                <a:solidFill>
                  <a:schemeClr val="bg1"/>
                </a:solidFill>
              </a:defRPr>
            </a:lvl1pPr>
          </a:lstStyle>
          <a:p>
            <a:pPr lvl="0"/>
            <a:r>
              <a:rPr lang="en-US" dirty="0"/>
              <a:t>MxD XX-XX-XX PROJECT TITLE</a:t>
            </a:r>
          </a:p>
        </p:txBody>
      </p:sp>
      <p:sp>
        <p:nvSpPr>
          <p:cNvPr id="8" name="Picture Placeholder 7">
            <a:extLst>
              <a:ext uri="{FF2B5EF4-FFF2-40B4-BE49-F238E27FC236}">
                <a16:creationId xmlns:a16="http://schemas.microsoft.com/office/drawing/2014/main" id="{0E0F8368-3C59-4AD5-AE2E-891EA4CCF73D}"/>
              </a:ext>
            </a:extLst>
          </p:cNvPr>
          <p:cNvSpPr>
            <a:spLocks noGrp="1"/>
          </p:cNvSpPr>
          <p:nvPr>
            <p:ph type="pic" sz="quarter" idx="30" hasCustomPrompt="1"/>
          </p:nvPr>
        </p:nvSpPr>
        <p:spPr>
          <a:xfrm>
            <a:off x="9412495" y="5366545"/>
            <a:ext cx="557955" cy="393113"/>
          </a:xfrm>
          <a:prstGeom prst="rect">
            <a:avLst/>
          </a:prstGeom>
        </p:spPr>
        <p:txBody>
          <a:bodyPr/>
          <a:lstStyle>
            <a:lvl1pPr marL="0" indent="0">
              <a:buNone/>
              <a:defRPr sz="600"/>
            </a:lvl1pPr>
          </a:lstStyle>
          <a:p>
            <a:r>
              <a:rPr lang="en-US" dirty="0"/>
              <a:t>Sample Company Logo</a:t>
            </a:r>
          </a:p>
        </p:txBody>
      </p:sp>
      <p:sp>
        <p:nvSpPr>
          <p:cNvPr id="85" name="Picture Placeholder 7">
            <a:extLst>
              <a:ext uri="{FF2B5EF4-FFF2-40B4-BE49-F238E27FC236}">
                <a16:creationId xmlns:a16="http://schemas.microsoft.com/office/drawing/2014/main" id="{704D2773-ECC7-4152-B54C-135A088FF328}"/>
              </a:ext>
            </a:extLst>
          </p:cNvPr>
          <p:cNvSpPr>
            <a:spLocks noGrp="1"/>
          </p:cNvSpPr>
          <p:nvPr>
            <p:ph type="pic" sz="quarter" idx="31" hasCustomPrompt="1"/>
          </p:nvPr>
        </p:nvSpPr>
        <p:spPr>
          <a:xfrm>
            <a:off x="10136499" y="5357026"/>
            <a:ext cx="557955" cy="393113"/>
          </a:xfrm>
          <a:prstGeom prst="rect">
            <a:avLst/>
          </a:prstGeom>
        </p:spPr>
        <p:txBody>
          <a:bodyPr/>
          <a:lstStyle>
            <a:lvl1pPr marL="0" indent="0">
              <a:buNone/>
              <a:defRPr sz="600"/>
            </a:lvl1pPr>
          </a:lstStyle>
          <a:p>
            <a:r>
              <a:rPr lang="en-US" dirty="0"/>
              <a:t>Sample Company Logo</a:t>
            </a:r>
          </a:p>
        </p:txBody>
      </p:sp>
      <p:sp>
        <p:nvSpPr>
          <p:cNvPr id="86" name="Picture Placeholder 7">
            <a:extLst>
              <a:ext uri="{FF2B5EF4-FFF2-40B4-BE49-F238E27FC236}">
                <a16:creationId xmlns:a16="http://schemas.microsoft.com/office/drawing/2014/main" id="{BC03A917-85B4-4A63-A3CA-CCAFAD1EF17F}"/>
              </a:ext>
            </a:extLst>
          </p:cNvPr>
          <p:cNvSpPr>
            <a:spLocks noGrp="1"/>
          </p:cNvSpPr>
          <p:nvPr>
            <p:ph type="pic" sz="quarter" idx="32" hasCustomPrompt="1"/>
          </p:nvPr>
        </p:nvSpPr>
        <p:spPr>
          <a:xfrm>
            <a:off x="10888373" y="5366545"/>
            <a:ext cx="557955" cy="393113"/>
          </a:xfrm>
          <a:prstGeom prst="rect">
            <a:avLst/>
          </a:prstGeom>
        </p:spPr>
        <p:txBody>
          <a:bodyPr/>
          <a:lstStyle>
            <a:lvl1pPr marL="0" indent="0">
              <a:buNone/>
              <a:defRPr sz="600"/>
            </a:lvl1pPr>
          </a:lstStyle>
          <a:p>
            <a:r>
              <a:rPr lang="en-US" dirty="0"/>
              <a:t>Sample Company Logo</a:t>
            </a:r>
          </a:p>
        </p:txBody>
      </p:sp>
    </p:spTree>
    <p:extLst>
      <p:ext uri="{BB962C8B-B14F-4D97-AF65-F5344CB8AC3E}">
        <p14:creationId xmlns:p14="http://schemas.microsoft.com/office/powerpoint/2010/main" val="126600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mercialization_whi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0D27EA-BD65-40FC-BD3C-A8DC97A6F8F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7" name="Rectangle 36">
            <a:extLst>
              <a:ext uri="{FF2B5EF4-FFF2-40B4-BE49-F238E27FC236}">
                <a16:creationId xmlns:a16="http://schemas.microsoft.com/office/drawing/2014/main" id="{0C6D7744-A81A-4A25-A46C-93AEA9290484}"/>
              </a:ext>
            </a:extLst>
          </p:cNvPr>
          <p:cNvSpPr/>
          <p:nvPr/>
        </p:nvSpPr>
        <p:spPr>
          <a:xfrm>
            <a:off x="425446" y="2999630"/>
            <a:ext cx="5560639" cy="1602437"/>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KEY OUTCOME/DELIVERABLE</a:t>
            </a:r>
          </a:p>
          <a:p>
            <a:pPr lvl="0" defTabSz="777329">
              <a:defRPr/>
            </a:pPr>
            <a:endParaRPr lang="en-US" sz="1000" i="1" dirty="0">
              <a:solidFill>
                <a:schemeClr val="tx2"/>
              </a:solidFill>
            </a:endParaRPr>
          </a:p>
          <a:p>
            <a:pPr lvl="0" defTabSz="777329">
              <a:defRPr/>
            </a:pPr>
            <a:endParaRPr lang="en-US" sz="1200" b="1" dirty="0">
              <a:solidFill>
                <a:schemeClr val="accent1"/>
              </a:solidFill>
            </a:endParaRPr>
          </a:p>
          <a:p>
            <a:pPr lvl="0" defTabSz="777329">
              <a:defRPr/>
            </a:pPr>
            <a:endParaRPr lang="en-US" sz="1200" b="1" dirty="0">
              <a:solidFill>
                <a:schemeClr val="accent1"/>
              </a:solidFill>
            </a:endParaRPr>
          </a:p>
          <a:p>
            <a:pPr lvl="0" defTabSz="777329">
              <a:defRPr/>
            </a:pPr>
            <a:r>
              <a:rPr lang="en-US" sz="1200" b="1" dirty="0">
                <a:solidFill>
                  <a:schemeClr val="accent1"/>
                </a:solidFill>
              </a:rPr>
              <a:t>COMMERCIALIZATION OBJECTIVE</a:t>
            </a:r>
          </a:p>
          <a:p>
            <a:pPr lvl="0" defTabSz="777329">
              <a:defRPr/>
            </a:pPr>
            <a:endParaRPr lang="en-US" sz="1000" i="1" dirty="0">
              <a:solidFill>
                <a:schemeClr val="tx2"/>
              </a:solidFill>
            </a:endParaRPr>
          </a:p>
        </p:txBody>
      </p:sp>
      <p:sp>
        <p:nvSpPr>
          <p:cNvPr id="38" name="Rectangle 37">
            <a:extLst>
              <a:ext uri="{FF2B5EF4-FFF2-40B4-BE49-F238E27FC236}">
                <a16:creationId xmlns:a16="http://schemas.microsoft.com/office/drawing/2014/main" id="{A660F182-96CA-4B29-9668-073648C88FFD}"/>
              </a:ext>
            </a:extLst>
          </p:cNvPr>
          <p:cNvSpPr/>
          <p:nvPr/>
        </p:nvSpPr>
        <p:spPr>
          <a:xfrm>
            <a:off x="425446" y="4662365"/>
            <a:ext cx="2756677" cy="1878755"/>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POST-PROJECT STATE</a:t>
            </a:r>
          </a:p>
        </p:txBody>
      </p:sp>
      <p:sp>
        <p:nvSpPr>
          <p:cNvPr id="39" name="Rectangle 38">
            <a:extLst>
              <a:ext uri="{FF2B5EF4-FFF2-40B4-BE49-F238E27FC236}">
                <a16:creationId xmlns:a16="http://schemas.microsoft.com/office/drawing/2014/main" id="{4C5C615D-D1A8-4014-8889-05D5364712E9}"/>
              </a:ext>
            </a:extLst>
          </p:cNvPr>
          <p:cNvSpPr/>
          <p:nvPr/>
        </p:nvSpPr>
        <p:spPr>
          <a:xfrm>
            <a:off x="3229408" y="4662365"/>
            <a:ext cx="2756677" cy="1878755"/>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END COMMERCIALIZED STATE</a:t>
            </a:r>
          </a:p>
          <a:p>
            <a:pPr marL="0" lvl="0" indent="0" defTabSz="777329">
              <a:buFont typeface="Arial" panose="020B0604020202020204" pitchFamily="34" charset="0"/>
              <a:buNone/>
              <a:defRPr/>
            </a:pPr>
            <a:endParaRPr lang="en-US" sz="1400" i="1" dirty="0">
              <a:solidFill>
                <a:srgbClr val="7F7F7F"/>
              </a:solidFill>
            </a:endParaRPr>
          </a:p>
          <a:p>
            <a:pPr marL="171450" lvl="0" indent="-171450" defTabSz="777329">
              <a:buFont typeface="Arial" panose="020B0604020202020204" pitchFamily="34" charset="0"/>
              <a:buChar char="•"/>
              <a:defRPr/>
            </a:pPr>
            <a:endParaRPr lang="en-US" sz="1400" i="1" dirty="0">
              <a:solidFill>
                <a:srgbClr val="7F7F7F"/>
              </a:solidFill>
            </a:endParaRPr>
          </a:p>
        </p:txBody>
      </p:sp>
      <p:sp>
        <p:nvSpPr>
          <p:cNvPr id="40" name="TextBox 39">
            <a:extLst>
              <a:ext uri="{FF2B5EF4-FFF2-40B4-BE49-F238E27FC236}">
                <a16:creationId xmlns:a16="http://schemas.microsoft.com/office/drawing/2014/main" id="{3B1CA892-7A4B-4671-8799-1123EE285F0F}"/>
              </a:ext>
            </a:extLst>
          </p:cNvPr>
          <p:cNvSpPr txBox="1"/>
          <p:nvPr/>
        </p:nvSpPr>
        <p:spPr>
          <a:xfrm>
            <a:off x="376418" y="2725370"/>
            <a:ext cx="5562600" cy="307777"/>
          </a:xfrm>
          <a:prstGeom prst="rect">
            <a:avLst/>
          </a:prstGeom>
          <a:noFill/>
        </p:spPr>
        <p:txBody>
          <a:bodyPr wrap="square" rtlCol="0">
            <a:spAutoFit/>
          </a:bodyPr>
          <a:lstStyle/>
          <a:p>
            <a:pPr lvl="0" defTabSz="777329">
              <a:defRPr/>
            </a:pPr>
            <a:r>
              <a:rPr lang="en-US" sz="1400" b="1" dirty="0">
                <a:solidFill>
                  <a:schemeClr val="tx1"/>
                </a:solidFill>
              </a:rPr>
              <a:t>COMMERCIALIZED SOLUTION</a:t>
            </a:r>
            <a:endParaRPr lang="en-US" sz="2400" b="1" dirty="0">
              <a:solidFill>
                <a:schemeClr val="tx1"/>
              </a:solidFill>
            </a:endParaRPr>
          </a:p>
        </p:txBody>
      </p:sp>
      <p:sp>
        <p:nvSpPr>
          <p:cNvPr id="41" name="Rectangle 40">
            <a:extLst>
              <a:ext uri="{FF2B5EF4-FFF2-40B4-BE49-F238E27FC236}">
                <a16:creationId xmlns:a16="http://schemas.microsoft.com/office/drawing/2014/main" id="{9D353319-336E-41B9-8241-10473C7E5DE1}"/>
              </a:ext>
            </a:extLst>
          </p:cNvPr>
          <p:cNvSpPr/>
          <p:nvPr/>
        </p:nvSpPr>
        <p:spPr>
          <a:xfrm>
            <a:off x="423240" y="2752698"/>
            <a:ext cx="5560639" cy="378842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2" name="Rectangle 41">
            <a:extLst>
              <a:ext uri="{FF2B5EF4-FFF2-40B4-BE49-F238E27FC236}">
                <a16:creationId xmlns:a16="http://schemas.microsoft.com/office/drawing/2014/main" id="{39D050B4-0BB8-4A85-9A91-A757837EEF3C}"/>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BF3E13F-4741-4CBA-80D4-159248306986}"/>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44" name="TextBox 43">
            <a:extLst>
              <a:ext uri="{FF2B5EF4-FFF2-40B4-BE49-F238E27FC236}">
                <a16:creationId xmlns:a16="http://schemas.microsoft.com/office/drawing/2014/main" id="{A10B4CCE-2CCF-4EA1-B346-2545E9363D7D}"/>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D3B46F05-EE3A-4269-B72C-AB12CBF8FE35}"/>
              </a:ext>
            </a:extLst>
          </p:cNvPr>
          <p:cNvSpPr txBox="1"/>
          <p:nvPr userDrawn="1"/>
        </p:nvSpPr>
        <p:spPr>
          <a:xfrm>
            <a:off x="6147073" y="726283"/>
            <a:ext cx="5562600" cy="307777"/>
          </a:xfrm>
          <a:prstGeom prst="rect">
            <a:avLst/>
          </a:prstGeom>
          <a:noFill/>
        </p:spPr>
        <p:txBody>
          <a:bodyPr wrap="square" rtlCol="0">
            <a:spAutoFit/>
          </a:bodyPr>
          <a:lstStyle/>
          <a:p>
            <a:r>
              <a:rPr lang="en-US" sz="1400" b="1" dirty="0">
                <a:solidFill>
                  <a:schemeClr val="tx1"/>
                </a:solidFill>
              </a:rPr>
              <a:t>TECHNOLOGY INTEGRATION</a:t>
            </a:r>
            <a:endParaRPr lang="en-US" sz="1400" dirty="0">
              <a:solidFill>
                <a:schemeClr val="tx1"/>
              </a:solidFill>
            </a:endParaRPr>
          </a:p>
        </p:txBody>
      </p:sp>
      <p:grpSp>
        <p:nvGrpSpPr>
          <p:cNvPr id="47" name="Group 46">
            <a:extLst>
              <a:ext uri="{FF2B5EF4-FFF2-40B4-BE49-F238E27FC236}">
                <a16:creationId xmlns:a16="http://schemas.microsoft.com/office/drawing/2014/main" id="{C86BD6E2-38FA-48E4-A037-9F04B05EE2B7}"/>
              </a:ext>
            </a:extLst>
          </p:cNvPr>
          <p:cNvGrpSpPr/>
          <p:nvPr userDrawn="1"/>
        </p:nvGrpSpPr>
        <p:grpSpPr>
          <a:xfrm>
            <a:off x="6204199" y="1027669"/>
            <a:ext cx="5572787" cy="5498154"/>
            <a:chOff x="6204199" y="1027669"/>
            <a:chExt cx="5572787" cy="5498154"/>
          </a:xfrm>
        </p:grpSpPr>
        <p:grpSp>
          <p:nvGrpSpPr>
            <p:cNvPr id="48" name="Group 47">
              <a:extLst>
                <a:ext uri="{FF2B5EF4-FFF2-40B4-BE49-F238E27FC236}">
                  <a16:creationId xmlns:a16="http://schemas.microsoft.com/office/drawing/2014/main" id="{DF4E1369-BD3D-4FDA-9FA5-DA011F8797C9}"/>
                </a:ext>
              </a:extLst>
            </p:cNvPr>
            <p:cNvGrpSpPr/>
            <p:nvPr userDrawn="1"/>
          </p:nvGrpSpPr>
          <p:grpSpPr>
            <a:xfrm>
              <a:off x="6204199" y="1027669"/>
              <a:ext cx="5572787" cy="2932599"/>
              <a:chOff x="6228263" y="1027669"/>
              <a:chExt cx="5572787" cy="2877669"/>
            </a:xfrm>
          </p:grpSpPr>
          <p:sp>
            <p:nvSpPr>
              <p:cNvPr id="50" name="Rectangle 49">
                <a:extLst>
                  <a:ext uri="{FF2B5EF4-FFF2-40B4-BE49-F238E27FC236}">
                    <a16:creationId xmlns:a16="http://schemas.microsoft.com/office/drawing/2014/main" id="{292482F7-7C66-4F65-A9A7-89A5D27B81C0}"/>
                  </a:ext>
                </a:extLst>
              </p:cNvPr>
              <p:cNvSpPr/>
              <p:nvPr/>
            </p:nvSpPr>
            <p:spPr>
              <a:xfrm>
                <a:off x="6228263" y="1027669"/>
                <a:ext cx="2424235" cy="1629385"/>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en-US" sz="1200" b="1" dirty="0">
                    <a:solidFill>
                      <a:schemeClr val="accent1"/>
                    </a:solidFill>
                  </a:rPr>
                  <a:t>TARGET CUSTOMERS</a:t>
                </a:r>
              </a:p>
            </p:txBody>
          </p:sp>
          <p:sp>
            <p:nvSpPr>
              <p:cNvPr id="51" name="Rectangle 50">
                <a:extLst>
                  <a:ext uri="{FF2B5EF4-FFF2-40B4-BE49-F238E27FC236}">
                    <a16:creationId xmlns:a16="http://schemas.microsoft.com/office/drawing/2014/main" id="{D2F6563F-050B-46E5-91C9-12CA654DB16E}"/>
                  </a:ext>
                </a:extLst>
              </p:cNvPr>
              <p:cNvSpPr/>
              <p:nvPr/>
            </p:nvSpPr>
            <p:spPr>
              <a:xfrm>
                <a:off x="8709624" y="1027669"/>
                <a:ext cx="3081240" cy="162938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200" b="1" dirty="0">
                    <a:solidFill>
                      <a:schemeClr val="accent1"/>
                    </a:solidFill>
                  </a:rPr>
                  <a:t>KEY PARTNERS</a:t>
                </a:r>
              </a:p>
            </p:txBody>
          </p:sp>
          <p:sp>
            <p:nvSpPr>
              <p:cNvPr id="52" name="Rectangle 51">
                <a:extLst>
                  <a:ext uri="{FF2B5EF4-FFF2-40B4-BE49-F238E27FC236}">
                    <a16:creationId xmlns:a16="http://schemas.microsoft.com/office/drawing/2014/main" id="{02A61963-0136-4D04-AEAA-4AC03BD21431}"/>
                  </a:ext>
                </a:extLst>
              </p:cNvPr>
              <p:cNvSpPr/>
              <p:nvPr/>
            </p:nvSpPr>
            <p:spPr>
              <a:xfrm>
                <a:off x="6238450" y="2716335"/>
                <a:ext cx="5562600" cy="1189003"/>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400" b="1" dirty="0">
                    <a:solidFill>
                      <a:schemeClr val="accent1"/>
                    </a:solidFill>
                  </a:rPr>
                  <a:t>VALUE PROPOSITION</a:t>
                </a:r>
                <a:endParaRPr lang="en-US" sz="1600" dirty="0">
                  <a:solidFill>
                    <a:schemeClr val="accent1"/>
                  </a:solidFill>
                </a:endParaRPr>
              </a:p>
            </p:txBody>
          </p:sp>
        </p:grpSp>
        <p:sp>
          <p:nvSpPr>
            <p:cNvPr id="49" name="Rectangle 48">
              <a:extLst>
                <a:ext uri="{FF2B5EF4-FFF2-40B4-BE49-F238E27FC236}">
                  <a16:creationId xmlns:a16="http://schemas.microsoft.com/office/drawing/2014/main" id="{FB2300E5-050D-44B6-BBC3-92D4A0D6CA17}"/>
                </a:ext>
              </a:extLst>
            </p:cNvPr>
            <p:cNvSpPr/>
            <p:nvPr userDrawn="1"/>
          </p:nvSpPr>
          <p:spPr>
            <a:xfrm>
              <a:off x="6205840" y="5382516"/>
              <a:ext cx="5562600" cy="1143307"/>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lvl="0" defTabSz="777329">
                <a:defRPr/>
              </a:pPr>
              <a:r>
                <a:rPr lang="en-US" sz="1400" b="1" dirty="0">
                  <a:solidFill>
                    <a:schemeClr val="accent1"/>
                  </a:solidFill>
                </a:rPr>
                <a:t>COMPETITIVE LANDSCAPE</a:t>
              </a:r>
              <a:endParaRPr lang="en-US" sz="1600" dirty="0">
                <a:solidFill>
                  <a:schemeClr val="accent1"/>
                </a:solidFill>
              </a:endParaRPr>
            </a:p>
            <a:p>
              <a:pPr marR="0" lvl="0" algn="l" defTabSz="777329" rtl="0" eaLnBrk="1" fontAlgn="auto" latinLnBrk="0" hangingPunct="1">
                <a:lnSpc>
                  <a:spcPct val="100000"/>
                </a:lnSpc>
                <a:spcBef>
                  <a:spcPts val="0"/>
                </a:spcBef>
                <a:spcAft>
                  <a:spcPts val="0"/>
                </a:spcAft>
                <a:buClrTx/>
                <a:buSzTx/>
                <a:tabLst/>
                <a:defRPr/>
              </a:pPr>
              <a:endParaRPr kumimoji="0" lang="en-US" sz="1000" b="0" i="0" u="none" strike="noStrike" kern="1200" cap="none" spc="0" normalizeH="0" baseline="0" noProof="0" dirty="0">
                <a:ln>
                  <a:noFill/>
                </a:ln>
                <a:solidFill>
                  <a:srgbClr val="7F7F7F"/>
                </a:solidFill>
                <a:effectLst/>
                <a:uLnTx/>
                <a:uFillTx/>
                <a:latin typeface="Calibri" panose="020F0502020204030204"/>
                <a:ea typeface="+mn-ea"/>
                <a:cs typeface="+mn-cs"/>
              </a:endParaRPr>
            </a:p>
          </p:txBody>
        </p:sp>
      </p:grpSp>
      <p:sp>
        <p:nvSpPr>
          <p:cNvPr id="53" name="Rectangle 52">
            <a:extLst>
              <a:ext uri="{FF2B5EF4-FFF2-40B4-BE49-F238E27FC236}">
                <a16:creationId xmlns:a16="http://schemas.microsoft.com/office/drawing/2014/main" id="{6D03CE0C-FFF8-413C-A869-38BA1CAC62A7}"/>
              </a:ext>
            </a:extLst>
          </p:cNvPr>
          <p:cNvSpPr/>
          <p:nvPr userDrawn="1"/>
        </p:nvSpPr>
        <p:spPr>
          <a:xfrm>
            <a:off x="6204199" y="740722"/>
            <a:ext cx="5560639" cy="580039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4" name="Rectangle 53">
            <a:extLst>
              <a:ext uri="{FF2B5EF4-FFF2-40B4-BE49-F238E27FC236}">
                <a16:creationId xmlns:a16="http://schemas.microsoft.com/office/drawing/2014/main" id="{637C1AAD-8086-4049-87FC-EE985B5454EA}"/>
              </a:ext>
            </a:extLst>
          </p:cNvPr>
          <p:cNvSpPr/>
          <p:nvPr userDrawn="1"/>
        </p:nvSpPr>
        <p:spPr>
          <a:xfrm>
            <a:off x="404864" y="754096"/>
            <a:ext cx="1741887" cy="276999"/>
          </a:xfrm>
          <a:prstGeom prst="rect">
            <a:avLst/>
          </a:prstGeom>
        </p:spPr>
        <p:txBody>
          <a:bodyPr wrap="none">
            <a:spAutoFit/>
          </a:bodyPr>
          <a:lstStyle/>
          <a:p>
            <a:r>
              <a:rPr lang="en-US" sz="1200" b="1" dirty="0">
                <a:solidFill>
                  <a:schemeClr val="tx1"/>
                </a:solidFill>
              </a:rPr>
              <a:t>PROJECT SUMMARY</a:t>
            </a:r>
          </a:p>
        </p:txBody>
      </p:sp>
      <p:sp>
        <p:nvSpPr>
          <p:cNvPr id="55" name="Rectangle 54">
            <a:extLst>
              <a:ext uri="{FF2B5EF4-FFF2-40B4-BE49-F238E27FC236}">
                <a16:creationId xmlns:a16="http://schemas.microsoft.com/office/drawing/2014/main" id="{39B5DF24-5B52-4CD8-8E1F-0804C08552F6}"/>
              </a:ext>
            </a:extLst>
          </p:cNvPr>
          <p:cNvSpPr/>
          <p:nvPr userDrawn="1"/>
        </p:nvSpPr>
        <p:spPr>
          <a:xfrm>
            <a:off x="3197066" y="750670"/>
            <a:ext cx="1635191" cy="276999"/>
          </a:xfrm>
          <a:prstGeom prst="rect">
            <a:avLst/>
          </a:prstGeom>
        </p:spPr>
        <p:txBody>
          <a:bodyPr wrap="none">
            <a:spAutoFit/>
          </a:bodyPr>
          <a:lstStyle/>
          <a:p>
            <a:r>
              <a:rPr lang="en-US" sz="1200" b="1" dirty="0">
                <a:solidFill>
                  <a:schemeClr val="tx1"/>
                </a:solidFill>
              </a:rPr>
              <a:t>TARGET USE CASE</a:t>
            </a:r>
          </a:p>
        </p:txBody>
      </p:sp>
      <p:sp>
        <p:nvSpPr>
          <p:cNvPr id="56" name="Text Placeholder 2">
            <a:extLst>
              <a:ext uri="{FF2B5EF4-FFF2-40B4-BE49-F238E27FC236}">
                <a16:creationId xmlns:a16="http://schemas.microsoft.com/office/drawing/2014/main" id="{B5F0684A-DF3B-44B0-827D-E896AA7B9B77}"/>
              </a:ext>
            </a:extLst>
          </p:cNvPr>
          <p:cNvSpPr>
            <a:spLocks noGrp="1"/>
          </p:cNvSpPr>
          <p:nvPr userDrawn="1">
            <p:ph type="body" sz="quarter" idx="10" hasCustomPrompt="1"/>
          </p:nvPr>
        </p:nvSpPr>
        <p:spPr>
          <a:xfrm>
            <a:off x="427162" y="1000347"/>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Include a summary of the project. Touch on the current user state, the problem or opportunity with the current state, and the proposed solution.</a:t>
            </a:r>
          </a:p>
        </p:txBody>
      </p:sp>
      <p:sp>
        <p:nvSpPr>
          <p:cNvPr id="57" name="Rectangle 56">
            <a:extLst>
              <a:ext uri="{FF2B5EF4-FFF2-40B4-BE49-F238E27FC236}">
                <a16:creationId xmlns:a16="http://schemas.microsoft.com/office/drawing/2014/main" id="{AA7DF86B-8132-4A45-AEC0-DD9184B9F9D8}"/>
              </a:ext>
            </a:extLst>
          </p:cNvPr>
          <p:cNvSpPr/>
          <p:nvPr userDrawn="1"/>
        </p:nvSpPr>
        <p:spPr>
          <a:xfrm>
            <a:off x="423240" y="750670"/>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8" name="Text Placeholder 2">
            <a:extLst>
              <a:ext uri="{FF2B5EF4-FFF2-40B4-BE49-F238E27FC236}">
                <a16:creationId xmlns:a16="http://schemas.microsoft.com/office/drawing/2014/main" id="{672774A1-56C3-4B34-86DE-AB635D21F443}"/>
              </a:ext>
            </a:extLst>
          </p:cNvPr>
          <p:cNvSpPr>
            <a:spLocks noGrp="1"/>
          </p:cNvSpPr>
          <p:nvPr userDrawn="1">
            <p:ph type="body" sz="quarter" idx="11" hasCustomPrompt="1"/>
          </p:nvPr>
        </p:nvSpPr>
        <p:spPr>
          <a:xfrm>
            <a:off x="3245638" y="996016"/>
            <a:ext cx="2744860" cy="1684233"/>
          </a:xfrm>
          <a:prstGeom prst="rect">
            <a:avLst/>
          </a:prstGeom>
          <a:solidFill>
            <a:schemeClr val="bg2"/>
          </a:solidFill>
        </p:spPr>
        <p:txBody>
          <a:bodyPr/>
          <a:lstStyle>
            <a:lvl1pPr marL="0" indent="0">
              <a:buNone/>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This section should be written in the following general form and relate to the project objectives: “As a _____, I want to (better/faster/etc.) _______ in order to ______.” </a:t>
            </a:r>
          </a:p>
        </p:txBody>
      </p:sp>
      <p:sp>
        <p:nvSpPr>
          <p:cNvPr id="59" name="Rectangle 58">
            <a:extLst>
              <a:ext uri="{FF2B5EF4-FFF2-40B4-BE49-F238E27FC236}">
                <a16:creationId xmlns:a16="http://schemas.microsoft.com/office/drawing/2014/main" id="{FC7E7833-86E0-4F46-ACA8-885C0C84EAA4}"/>
              </a:ext>
            </a:extLst>
          </p:cNvPr>
          <p:cNvSpPr/>
          <p:nvPr userDrawn="1"/>
        </p:nvSpPr>
        <p:spPr>
          <a:xfrm>
            <a:off x="3228182" y="753565"/>
            <a:ext cx="2758884" cy="193890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0" name="Text Placeholder 6">
            <a:extLst>
              <a:ext uri="{FF2B5EF4-FFF2-40B4-BE49-F238E27FC236}">
                <a16:creationId xmlns:a16="http://schemas.microsoft.com/office/drawing/2014/main" id="{DF19D1DA-B4C6-422A-B11D-E6AB065A2F7A}"/>
              </a:ext>
            </a:extLst>
          </p:cNvPr>
          <p:cNvSpPr>
            <a:spLocks noGrp="1"/>
          </p:cNvSpPr>
          <p:nvPr userDrawn="1">
            <p:ph type="body" sz="quarter" idx="18" hasCustomPrompt="1"/>
          </p:nvPr>
        </p:nvSpPr>
        <p:spPr>
          <a:xfrm>
            <a:off x="423414" y="3165074"/>
            <a:ext cx="5537700" cy="225425"/>
          </a:xfrm>
          <a:prstGeom prst="rect">
            <a:avLst/>
          </a:prstGeom>
        </p:spPr>
        <p:txBody>
          <a:bodyPr/>
          <a:lstStyle>
            <a:lvl1pPr marL="0" indent="0">
              <a:buNone/>
              <a:defRPr sz="1200" b="1">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Deliverable Name</a:t>
            </a:r>
          </a:p>
        </p:txBody>
      </p:sp>
      <p:sp>
        <p:nvSpPr>
          <p:cNvPr id="61" name="Text Placeholder 8">
            <a:extLst>
              <a:ext uri="{FF2B5EF4-FFF2-40B4-BE49-F238E27FC236}">
                <a16:creationId xmlns:a16="http://schemas.microsoft.com/office/drawing/2014/main" id="{594FB3CC-35A9-4FBD-9E16-ED28AF0FECDF}"/>
              </a:ext>
            </a:extLst>
          </p:cNvPr>
          <p:cNvSpPr>
            <a:spLocks noGrp="1"/>
          </p:cNvSpPr>
          <p:nvPr userDrawn="1">
            <p:ph type="body" sz="quarter" idx="19" hasCustomPrompt="1"/>
          </p:nvPr>
        </p:nvSpPr>
        <p:spPr>
          <a:xfrm>
            <a:off x="421034" y="3377967"/>
            <a:ext cx="5556250" cy="52219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Description [e.g. A software plugin for CAD/CAM to allow for rapid CNC machining]</a:t>
            </a:r>
          </a:p>
        </p:txBody>
      </p:sp>
      <p:sp>
        <p:nvSpPr>
          <p:cNvPr id="62" name="Text Placeholder 8">
            <a:extLst>
              <a:ext uri="{FF2B5EF4-FFF2-40B4-BE49-F238E27FC236}">
                <a16:creationId xmlns:a16="http://schemas.microsoft.com/office/drawing/2014/main" id="{7C254FD2-05D8-4250-A841-56187FFD260B}"/>
              </a:ext>
            </a:extLst>
          </p:cNvPr>
          <p:cNvSpPr>
            <a:spLocks noGrp="1"/>
          </p:cNvSpPr>
          <p:nvPr userDrawn="1">
            <p:ph type="body" sz="quarter" idx="20" hasCustomPrompt="1"/>
          </p:nvPr>
        </p:nvSpPr>
        <p:spPr>
          <a:xfrm>
            <a:off x="450057" y="3928697"/>
            <a:ext cx="5556250" cy="52219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[Deliverable Name] will be commercialized with [Commercialization Partner(s)] to create [Commercialized Product Offering] that [Value Proposition].</a:t>
            </a:r>
          </a:p>
        </p:txBody>
      </p:sp>
      <p:sp>
        <p:nvSpPr>
          <p:cNvPr id="63" name="Text Placeholder 2">
            <a:extLst>
              <a:ext uri="{FF2B5EF4-FFF2-40B4-BE49-F238E27FC236}">
                <a16:creationId xmlns:a16="http://schemas.microsoft.com/office/drawing/2014/main" id="{C09145D4-F1E4-4315-B8DD-0B54D0092411}"/>
              </a:ext>
            </a:extLst>
          </p:cNvPr>
          <p:cNvSpPr>
            <a:spLocks noGrp="1"/>
          </p:cNvSpPr>
          <p:nvPr userDrawn="1">
            <p:ph type="body" sz="quarter" idx="21" hasCustomPrompt="1"/>
          </p:nvPr>
        </p:nvSpPr>
        <p:spPr>
          <a:xfrm>
            <a:off x="423921" y="4839389"/>
            <a:ext cx="2744860" cy="1684233"/>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What is the state of the technology at the end of the project period of performance?  Think in terms of deployment by other MxD industry members. </a:t>
            </a:r>
          </a:p>
        </p:txBody>
      </p:sp>
      <p:sp>
        <p:nvSpPr>
          <p:cNvPr id="64" name="Text Placeholder 2">
            <a:extLst>
              <a:ext uri="{FF2B5EF4-FFF2-40B4-BE49-F238E27FC236}">
                <a16:creationId xmlns:a16="http://schemas.microsoft.com/office/drawing/2014/main" id="{8A450F80-C4B1-47A3-BF95-17208DCD811E}"/>
              </a:ext>
            </a:extLst>
          </p:cNvPr>
          <p:cNvSpPr>
            <a:spLocks noGrp="1"/>
          </p:cNvSpPr>
          <p:nvPr userDrawn="1">
            <p:ph type="body" sz="quarter" idx="22" hasCustomPrompt="1"/>
          </p:nvPr>
        </p:nvSpPr>
        <p:spPr>
          <a:xfrm>
            <a:off x="3242397" y="4835058"/>
            <a:ext cx="2744860" cy="1684233"/>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What is the anticipated end state of the commercialized solution? </a:t>
            </a:r>
          </a:p>
        </p:txBody>
      </p:sp>
      <p:sp>
        <p:nvSpPr>
          <p:cNvPr id="65" name="Text Placeholder 2">
            <a:extLst>
              <a:ext uri="{FF2B5EF4-FFF2-40B4-BE49-F238E27FC236}">
                <a16:creationId xmlns:a16="http://schemas.microsoft.com/office/drawing/2014/main" id="{FA910C98-7136-44CE-B567-A1C028B71192}"/>
              </a:ext>
            </a:extLst>
          </p:cNvPr>
          <p:cNvSpPr>
            <a:spLocks noGrp="1"/>
          </p:cNvSpPr>
          <p:nvPr userDrawn="1">
            <p:ph type="body" sz="quarter" idx="23" hasCustomPrompt="1"/>
          </p:nvPr>
        </p:nvSpPr>
        <p:spPr>
          <a:xfrm>
            <a:off x="6210785" y="1271937"/>
            <a:ext cx="2462628" cy="1428018"/>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Who is the target customer for the commercialized technology and what is their  primary need?</a:t>
            </a:r>
          </a:p>
        </p:txBody>
      </p:sp>
      <p:sp>
        <p:nvSpPr>
          <p:cNvPr id="66" name="Text Placeholder 2">
            <a:extLst>
              <a:ext uri="{FF2B5EF4-FFF2-40B4-BE49-F238E27FC236}">
                <a16:creationId xmlns:a16="http://schemas.microsoft.com/office/drawing/2014/main" id="{42BA7E4D-8538-4637-B7DB-2C89659F7878}"/>
              </a:ext>
            </a:extLst>
          </p:cNvPr>
          <p:cNvSpPr>
            <a:spLocks noGrp="1"/>
          </p:cNvSpPr>
          <p:nvPr userDrawn="1">
            <p:ph type="body" sz="quarter" idx="24" hasCustomPrompt="1"/>
          </p:nvPr>
        </p:nvSpPr>
        <p:spPr>
          <a:xfrm>
            <a:off x="8682934" y="1271937"/>
            <a:ext cx="3075330" cy="1428018"/>
          </a:xfrm>
          <a:prstGeom prst="rect">
            <a:avLst/>
          </a:prstGeom>
          <a:noFill/>
        </p:spPr>
        <p:txBody>
          <a:bodyPr/>
          <a:lstStyle>
            <a:lvl1pPr marL="171450" indent="-171450">
              <a:buClr>
                <a:schemeClr val="accent1"/>
              </a:buClr>
              <a:buFont typeface="Wingdings" panose="05000000000000000000" pitchFamily="2" charset="2"/>
              <a:buChar char="§"/>
              <a:defRPr sz="10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Which organizations have been identified as key partners in the commercialization process and what is their key activity? </a:t>
            </a:r>
          </a:p>
        </p:txBody>
      </p:sp>
      <p:sp>
        <p:nvSpPr>
          <p:cNvPr id="67" name="Text Placeholder 8">
            <a:extLst>
              <a:ext uri="{FF2B5EF4-FFF2-40B4-BE49-F238E27FC236}">
                <a16:creationId xmlns:a16="http://schemas.microsoft.com/office/drawing/2014/main" id="{DF12A4E2-B737-43FE-A879-EE08BAFE9A11}"/>
              </a:ext>
            </a:extLst>
          </p:cNvPr>
          <p:cNvSpPr>
            <a:spLocks noGrp="1"/>
          </p:cNvSpPr>
          <p:nvPr userDrawn="1">
            <p:ph type="body" sz="quarter" idx="25" hasCustomPrompt="1"/>
          </p:nvPr>
        </p:nvSpPr>
        <p:spPr>
          <a:xfrm>
            <a:off x="6202663" y="2986905"/>
            <a:ext cx="5556250" cy="9875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To what extent are aspects of this technology commercially available? What are the unique or novel aspects of this project outcome? </a:t>
            </a:r>
          </a:p>
        </p:txBody>
      </p:sp>
      <p:sp>
        <p:nvSpPr>
          <p:cNvPr id="68" name="Text Placeholder 8">
            <a:extLst>
              <a:ext uri="{FF2B5EF4-FFF2-40B4-BE49-F238E27FC236}">
                <a16:creationId xmlns:a16="http://schemas.microsoft.com/office/drawing/2014/main" id="{FF383F43-429E-46C2-BCDF-064C2021E7CE}"/>
              </a:ext>
            </a:extLst>
          </p:cNvPr>
          <p:cNvSpPr>
            <a:spLocks noGrp="1"/>
          </p:cNvSpPr>
          <p:nvPr userDrawn="1">
            <p:ph type="body" sz="quarter" idx="26" hasCustomPrompt="1"/>
          </p:nvPr>
        </p:nvSpPr>
        <p:spPr>
          <a:xfrm>
            <a:off x="6223652" y="5622795"/>
            <a:ext cx="5556250" cy="9183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50" i="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050" i="0" dirty="0">
                <a:solidFill>
                  <a:schemeClr val="tx1"/>
                </a:solidFill>
              </a:rPr>
              <a:t>What other companies or organizations exist in this market? What is your key differentiator?</a:t>
            </a:r>
          </a:p>
        </p:txBody>
      </p:sp>
      <p:sp>
        <p:nvSpPr>
          <p:cNvPr id="69" name="Chart Placeholder 4">
            <a:extLst>
              <a:ext uri="{FF2B5EF4-FFF2-40B4-BE49-F238E27FC236}">
                <a16:creationId xmlns:a16="http://schemas.microsoft.com/office/drawing/2014/main" id="{188B0915-1A9D-431E-BEBB-0180A7DB65AA}"/>
              </a:ext>
            </a:extLst>
          </p:cNvPr>
          <p:cNvSpPr>
            <a:spLocks noGrp="1"/>
          </p:cNvSpPr>
          <p:nvPr userDrawn="1">
            <p:ph type="chart" sz="quarter" idx="27" hasCustomPrompt="1"/>
          </p:nvPr>
        </p:nvSpPr>
        <p:spPr>
          <a:xfrm>
            <a:off x="6204198" y="4016230"/>
            <a:ext cx="2712998" cy="1346200"/>
          </a:xfrm>
          <a:prstGeom prst="rect">
            <a:avLst/>
          </a:prstGeom>
        </p:spPr>
        <p:txBody>
          <a:bodyPr/>
          <a:lstStyle>
            <a:lvl1pPr marL="0" indent="0">
              <a:buNone/>
              <a:defRPr sz="2400">
                <a:solidFill>
                  <a:schemeClr val="tx1"/>
                </a:solidFill>
              </a:defRPr>
            </a:lvl1pPr>
          </a:lstStyle>
          <a:p>
            <a:r>
              <a:rPr lang="en-US" dirty="0"/>
              <a:t>Generic Technology Market Share Chart</a:t>
            </a:r>
          </a:p>
        </p:txBody>
      </p:sp>
      <p:sp>
        <p:nvSpPr>
          <p:cNvPr id="70" name="Chart Placeholder 4">
            <a:extLst>
              <a:ext uri="{FF2B5EF4-FFF2-40B4-BE49-F238E27FC236}">
                <a16:creationId xmlns:a16="http://schemas.microsoft.com/office/drawing/2014/main" id="{F1E775CE-15C1-4A8B-A994-0D7DB3C0EA1B}"/>
              </a:ext>
            </a:extLst>
          </p:cNvPr>
          <p:cNvSpPr>
            <a:spLocks noGrp="1"/>
          </p:cNvSpPr>
          <p:nvPr userDrawn="1">
            <p:ph type="chart" sz="quarter" idx="28" hasCustomPrompt="1"/>
          </p:nvPr>
        </p:nvSpPr>
        <p:spPr>
          <a:xfrm>
            <a:off x="9016056" y="4020680"/>
            <a:ext cx="2712998" cy="1346200"/>
          </a:xfrm>
          <a:prstGeom prst="rect">
            <a:avLst/>
          </a:prstGeom>
        </p:spPr>
        <p:txBody>
          <a:bodyPr/>
          <a:lstStyle>
            <a:lvl1pPr marL="0" indent="0">
              <a:buNone/>
              <a:defRPr sz="2400">
                <a:solidFill>
                  <a:schemeClr val="tx1"/>
                </a:solidFill>
              </a:defRPr>
            </a:lvl1pPr>
          </a:lstStyle>
          <a:p>
            <a:r>
              <a:rPr lang="en-US" dirty="0"/>
              <a:t>Generic Industry Outlook Chart</a:t>
            </a:r>
          </a:p>
          <a:p>
            <a:endParaRPr lang="en-US" dirty="0"/>
          </a:p>
        </p:txBody>
      </p:sp>
      <p:sp>
        <p:nvSpPr>
          <p:cNvPr id="71" name="TextBox 70">
            <a:extLst>
              <a:ext uri="{FF2B5EF4-FFF2-40B4-BE49-F238E27FC236}">
                <a16:creationId xmlns:a16="http://schemas.microsoft.com/office/drawing/2014/main" id="{681A37C9-0A60-44AF-8989-3B50F30A3E32}"/>
              </a:ext>
            </a:extLst>
          </p:cNvPr>
          <p:cNvSpPr txBox="1"/>
          <p:nvPr userDrawn="1"/>
        </p:nvSpPr>
        <p:spPr>
          <a:xfrm>
            <a:off x="344002" y="293077"/>
            <a:ext cx="8483475" cy="400110"/>
          </a:xfrm>
          <a:prstGeom prst="rect">
            <a:avLst/>
          </a:prstGeom>
          <a:noFill/>
        </p:spPr>
        <p:txBody>
          <a:bodyPr wrap="square" rtlCol="0" anchor="ctr">
            <a:spAutoFit/>
          </a:bodyPr>
          <a:lstStyle/>
          <a:p>
            <a:pPr algn="l"/>
            <a:r>
              <a:rPr lang="en-US" sz="2000" b="1" dirty="0">
                <a:solidFill>
                  <a:schemeClr val="tx1"/>
                </a:solidFill>
              </a:rPr>
              <a:t>COMMERCIALIZATION |</a:t>
            </a:r>
          </a:p>
        </p:txBody>
      </p:sp>
      <p:sp>
        <p:nvSpPr>
          <p:cNvPr id="72" name="Text Placeholder 11">
            <a:extLst>
              <a:ext uri="{FF2B5EF4-FFF2-40B4-BE49-F238E27FC236}">
                <a16:creationId xmlns:a16="http://schemas.microsoft.com/office/drawing/2014/main" id="{6C45080E-63A2-4366-AA90-FF9E476F8391}"/>
              </a:ext>
            </a:extLst>
          </p:cNvPr>
          <p:cNvSpPr>
            <a:spLocks noGrp="1"/>
          </p:cNvSpPr>
          <p:nvPr userDrawn="1">
            <p:ph type="body" sz="quarter" idx="29" hasCustomPrompt="1"/>
          </p:nvPr>
        </p:nvSpPr>
        <p:spPr>
          <a:xfrm>
            <a:off x="3324225" y="293077"/>
            <a:ext cx="7277100" cy="404812"/>
          </a:xfrm>
          <a:prstGeom prst="rect">
            <a:avLst/>
          </a:prstGeom>
        </p:spPr>
        <p:txBody>
          <a:bodyPr anchor="ctr"/>
          <a:lstStyle>
            <a:lvl1pPr marL="0" indent="0">
              <a:buNone/>
              <a:defRPr sz="2000" b="1">
                <a:solidFill>
                  <a:schemeClr val="tx1"/>
                </a:solidFill>
              </a:defRPr>
            </a:lvl1pPr>
          </a:lstStyle>
          <a:p>
            <a:pPr lvl="0"/>
            <a:r>
              <a:rPr lang="en-US" dirty="0"/>
              <a:t>MxD XX-XX-XX PROJECT TITLE</a:t>
            </a:r>
          </a:p>
        </p:txBody>
      </p:sp>
      <p:sp>
        <p:nvSpPr>
          <p:cNvPr id="73" name="Picture Placeholder 7">
            <a:extLst>
              <a:ext uri="{FF2B5EF4-FFF2-40B4-BE49-F238E27FC236}">
                <a16:creationId xmlns:a16="http://schemas.microsoft.com/office/drawing/2014/main" id="{BB58C92F-37C1-4B1A-A718-013B55E7C2C7}"/>
              </a:ext>
            </a:extLst>
          </p:cNvPr>
          <p:cNvSpPr>
            <a:spLocks noGrp="1"/>
          </p:cNvSpPr>
          <p:nvPr userDrawn="1">
            <p:ph type="pic" sz="quarter" idx="30" hasCustomPrompt="1"/>
          </p:nvPr>
        </p:nvSpPr>
        <p:spPr>
          <a:xfrm>
            <a:off x="9412495" y="5366545"/>
            <a:ext cx="557955" cy="393113"/>
          </a:xfrm>
          <a:prstGeom prst="rect">
            <a:avLst/>
          </a:prstGeom>
        </p:spPr>
        <p:txBody>
          <a:bodyPr/>
          <a:lstStyle>
            <a:lvl1pPr marL="0" indent="0">
              <a:buNone/>
              <a:defRPr sz="600"/>
            </a:lvl1pPr>
          </a:lstStyle>
          <a:p>
            <a:r>
              <a:rPr lang="en-US" dirty="0"/>
              <a:t>Sample Company Logo</a:t>
            </a:r>
          </a:p>
        </p:txBody>
      </p:sp>
      <p:sp>
        <p:nvSpPr>
          <p:cNvPr id="74" name="Picture Placeholder 7">
            <a:extLst>
              <a:ext uri="{FF2B5EF4-FFF2-40B4-BE49-F238E27FC236}">
                <a16:creationId xmlns:a16="http://schemas.microsoft.com/office/drawing/2014/main" id="{C65FA74E-025F-42E9-827F-704DD1FBC976}"/>
              </a:ext>
            </a:extLst>
          </p:cNvPr>
          <p:cNvSpPr>
            <a:spLocks noGrp="1"/>
          </p:cNvSpPr>
          <p:nvPr userDrawn="1">
            <p:ph type="pic" sz="quarter" idx="31" hasCustomPrompt="1"/>
          </p:nvPr>
        </p:nvSpPr>
        <p:spPr>
          <a:xfrm>
            <a:off x="10136499" y="5357026"/>
            <a:ext cx="557955" cy="393113"/>
          </a:xfrm>
          <a:prstGeom prst="rect">
            <a:avLst/>
          </a:prstGeom>
        </p:spPr>
        <p:txBody>
          <a:bodyPr/>
          <a:lstStyle>
            <a:lvl1pPr marL="0" indent="0">
              <a:buNone/>
              <a:defRPr sz="600"/>
            </a:lvl1pPr>
          </a:lstStyle>
          <a:p>
            <a:r>
              <a:rPr lang="en-US" dirty="0"/>
              <a:t>Sample Company Logo</a:t>
            </a:r>
          </a:p>
        </p:txBody>
      </p:sp>
      <p:sp>
        <p:nvSpPr>
          <p:cNvPr id="75" name="Picture Placeholder 7">
            <a:extLst>
              <a:ext uri="{FF2B5EF4-FFF2-40B4-BE49-F238E27FC236}">
                <a16:creationId xmlns:a16="http://schemas.microsoft.com/office/drawing/2014/main" id="{37A66953-6D00-4951-BB39-04F8EA647B31}"/>
              </a:ext>
            </a:extLst>
          </p:cNvPr>
          <p:cNvSpPr>
            <a:spLocks noGrp="1"/>
          </p:cNvSpPr>
          <p:nvPr userDrawn="1">
            <p:ph type="pic" sz="quarter" idx="32" hasCustomPrompt="1"/>
          </p:nvPr>
        </p:nvSpPr>
        <p:spPr>
          <a:xfrm>
            <a:off x="10888373" y="5366545"/>
            <a:ext cx="557955" cy="393113"/>
          </a:xfrm>
          <a:prstGeom prst="rect">
            <a:avLst/>
          </a:prstGeom>
        </p:spPr>
        <p:txBody>
          <a:bodyPr/>
          <a:lstStyle>
            <a:lvl1pPr marL="0" indent="0">
              <a:buNone/>
              <a:defRPr sz="600"/>
            </a:lvl1pPr>
          </a:lstStyle>
          <a:p>
            <a:r>
              <a:rPr lang="en-US" dirty="0"/>
              <a:t>Sample Company Logo</a:t>
            </a:r>
          </a:p>
        </p:txBody>
      </p:sp>
    </p:spTree>
    <p:extLst>
      <p:ext uri="{BB962C8B-B14F-4D97-AF65-F5344CB8AC3E}">
        <p14:creationId xmlns:p14="http://schemas.microsoft.com/office/powerpoint/2010/main" val="1944798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ject Summary_blac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14E256-CAAA-4A27-830F-4565DDA9A7C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7858EB7-B1A2-46CD-9823-6C310A4BE39D}"/>
              </a:ext>
            </a:extLst>
          </p:cNvPr>
          <p:cNvSpPr/>
          <p:nvPr userDrawn="1"/>
        </p:nvSpPr>
        <p:spPr>
          <a:xfrm>
            <a:off x="6225302" y="1560124"/>
            <a:ext cx="5568609" cy="1117003"/>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marL="171450" indent="-171450">
              <a:buClr>
                <a:schemeClr val="accent1"/>
              </a:buClr>
              <a:buFont typeface="Wingdings" panose="05000000000000000000" pitchFamily="2" charset="2"/>
              <a:buChar char="§"/>
            </a:pPr>
            <a:endParaRPr lang="en-US" sz="1000" kern="0" dirty="0">
              <a:solidFill>
                <a:sysClr val="windowText" lastClr="000000"/>
              </a:solidFill>
            </a:endParaRPr>
          </a:p>
        </p:txBody>
      </p:sp>
      <p:sp>
        <p:nvSpPr>
          <p:cNvPr id="5" name="Rectangle 4">
            <a:extLst>
              <a:ext uri="{FF2B5EF4-FFF2-40B4-BE49-F238E27FC236}">
                <a16:creationId xmlns:a16="http://schemas.microsoft.com/office/drawing/2014/main" id="{69466790-B933-483C-962B-BE7F385B1015}"/>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D339AA5-2B68-4A9F-B298-5B736D8C27B9}"/>
              </a:ext>
            </a:extLst>
          </p:cNvPr>
          <p:cNvSpPr txBox="1"/>
          <p:nvPr userDrawn="1"/>
        </p:nvSpPr>
        <p:spPr>
          <a:xfrm>
            <a:off x="6168176" y="1258738"/>
            <a:ext cx="5562600" cy="307777"/>
          </a:xfrm>
          <a:prstGeom prst="rect">
            <a:avLst/>
          </a:prstGeom>
          <a:noFill/>
        </p:spPr>
        <p:txBody>
          <a:bodyPr wrap="square" rtlCol="0">
            <a:spAutoFit/>
          </a:bodyPr>
          <a:lstStyle/>
          <a:p>
            <a:r>
              <a:rPr lang="en-US" sz="1400" b="1" dirty="0">
                <a:solidFill>
                  <a:schemeClr val="bg1"/>
                </a:solidFill>
              </a:rPr>
              <a:t>KEY BENEFITS</a:t>
            </a:r>
            <a:endParaRPr lang="en-US" sz="1400" dirty="0">
              <a:solidFill>
                <a:schemeClr val="bg1"/>
              </a:solidFill>
            </a:endParaRPr>
          </a:p>
        </p:txBody>
      </p:sp>
      <p:sp>
        <p:nvSpPr>
          <p:cNvPr id="8" name="Rectangle 7">
            <a:extLst>
              <a:ext uri="{FF2B5EF4-FFF2-40B4-BE49-F238E27FC236}">
                <a16:creationId xmlns:a16="http://schemas.microsoft.com/office/drawing/2014/main" id="{9875A290-6A21-4C1B-8390-F40017A5A8E0}"/>
              </a:ext>
            </a:extLst>
          </p:cNvPr>
          <p:cNvSpPr/>
          <p:nvPr userDrawn="1"/>
        </p:nvSpPr>
        <p:spPr>
          <a:xfrm>
            <a:off x="425446" y="2793948"/>
            <a:ext cx="2756677" cy="2082395"/>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endParaRPr lang="en-US" sz="1000" kern="0" dirty="0">
              <a:solidFill>
                <a:schemeClr val="accent5"/>
              </a:solidFill>
            </a:endParaRPr>
          </a:p>
        </p:txBody>
      </p:sp>
      <p:sp>
        <p:nvSpPr>
          <p:cNvPr id="9" name="Rectangle 8">
            <a:extLst>
              <a:ext uri="{FF2B5EF4-FFF2-40B4-BE49-F238E27FC236}">
                <a16:creationId xmlns:a16="http://schemas.microsoft.com/office/drawing/2014/main" id="{E461F811-3978-4DA7-B60F-AA638C45F420}"/>
              </a:ext>
            </a:extLst>
          </p:cNvPr>
          <p:cNvSpPr/>
          <p:nvPr userDrawn="1"/>
        </p:nvSpPr>
        <p:spPr>
          <a:xfrm>
            <a:off x="3229408" y="2793949"/>
            <a:ext cx="2756677" cy="2082394"/>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endParaRPr lang="en-US" sz="1000" kern="0" dirty="0">
              <a:solidFill>
                <a:schemeClr val="accent5"/>
              </a:solidFill>
            </a:endParaRPr>
          </a:p>
        </p:txBody>
      </p:sp>
      <p:sp>
        <p:nvSpPr>
          <p:cNvPr id="12" name="TextBox 11">
            <a:extLst>
              <a:ext uri="{FF2B5EF4-FFF2-40B4-BE49-F238E27FC236}">
                <a16:creationId xmlns:a16="http://schemas.microsoft.com/office/drawing/2014/main" id="{302B7CA1-B886-42E0-B7F1-2F64B6EBC961}"/>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13" name="Rectangle 12">
            <a:extLst>
              <a:ext uri="{FF2B5EF4-FFF2-40B4-BE49-F238E27FC236}">
                <a16:creationId xmlns:a16="http://schemas.microsoft.com/office/drawing/2014/main" id="{32966921-5FCC-45D4-8861-245893B02387}"/>
              </a:ext>
            </a:extLst>
          </p:cNvPr>
          <p:cNvSpPr/>
          <p:nvPr userDrawn="1"/>
        </p:nvSpPr>
        <p:spPr>
          <a:xfrm>
            <a:off x="446209" y="1551941"/>
            <a:ext cx="5537667" cy="841608"/>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endParaRPr lang="en-US" sz="1000" kern="0" dirty="0">
              <a:solidFill>
                <a:schemeClr val="accent5"/>
              </a:solidFill>
            </a:endParaRPr>
          </a:p>
        </p:txBody>
      </p:sp>
      <p:sp>
        <p:nvSpPr>
          <p:cNvPr id="14" name="Rectangle 13">
            <a:extLst>
              <a:ext uri="{FF2B5EF4-FFF2-40B4-BE49-F238E27FC236}">
                <a16:creationId xmlns:a16="http://schemas.microsoft.com/office/drawing/2014/main" id="{03DDA98B-FBDF-481B-BC3B-5A8D7BB401E1}"/>
              </a:ext>
            </a:extLst>
          </p:cNvPr>
          <p:cNvSpPr/>
          <p:nvPr userDrawn="1"/>
        </p:nvSpPr>
        <p:spPr>
          <a:xfrm>
            <a:off x="404863" y="1278250"/>
            <a:ext cx="2359941" cy="307777"/>
          </a:xfrm>
          <a:prstGeom prst="rect">
            <a:avLst/>
          </a:prstGeom>
        </p:spPr>
        <p:txBody>
          <a:bodyPr wrap="none">
            <a:spAutoFit/>
          </a:bodyPr>
          <a:lstStyle/>
          <a:p>
            <a:r>
              <a:rPr lang="en-US" sz="1400" b="1" dirty="0">
                <a:solidFill>
                  <a:schemeClr val="bg1"/>
                </a:solidFill>
              </a:rPr>
              <a:t>PROBLEM DESCRIPTION</a:t>
            </a:r>
          </a:p>
        </p:txBody>
      </p:sp>
      <p:sp>
        <p:nvSpPr>
          <p:cNvPr id="16" name="TextBox 15">
            <a:extLst>
              <a:ext uri="{FF2B5EF4-FFF2-40B4-BE49-F238E27FC236}">
                <a16:creationId xmlns:a16="http://schemas.microsoft.com/office/drawing/2014/main" id="{053E91F9-E81F-4F6C-9FB7-41081C840097}"/>
              </a:ext>
            </a:extLst>
          </p:cNvPr>
          <p:cNvSpPr txBox="1"/>
          <p:nvPr userDrawn="1"/>
        </p:nvSpPr>
        <p:spPr>
          <a:xfrm>
            <a:off x="419192" y="747748"/>
            <a:ext cx="11366749" cy="418958"/>
          </a:xfrm>
          <a:prstGeom prst="rect">
            <a:avLst/>
          </a:prstGeom>
          <a:noFill/>
        </p:spPr>
        <p:txBody>
          <a:bodyPr wrap="square" rtlCol="0">
            <a:normAutofit/>
          </a:bodyPr>
          <a:lstStyle/>
          <a:p>
            <a:endParaRPr lang="en-US" sz="1000" dirty="0">
              <a:solidFill>
                <a:schemeClr val="bg1"/>
              </a:solidFill>
            </a:endParaRPr>
          </a:p>
        </p:txBody>
      </p:sp>
      <p:sp>
        <p:nvSpPr>
          <p:cNvPr id="17" name="TextBox 16">
            <a:extLst>
              <a:ext uri="{FF2B5EF4-FFF2-40B4-BE49-F238E27FC236}">
                <a16:creationId xmlns:a16="http://schemas.microsoft.com/office/drawing/2014/main" id="{2C8F52B1-0F68-45B6-A46F-5522C5009595}"/>
              </a:ext>
            </a:extLst>
          </p:cNvPr>
          <p:cNvSpPr txBox="1"/>
          <p:nvPr userDrawn="1"/>
        </p:nvSpPr>
        <p:spPr>
          <a:xfrm>
            <a:off x="3227446" y="2503691"/>
            <a:ext cx="2760356" cy="307777"/>
          </a:xfrm>
          <a:prstGeom prst="rect">
            <a:avLst/>
          </a:prstGeom>
          <a:noFill/>
        </p:spPr>
        <p:txBody>
          <a:bodyPr wrap="square" rtlCol="0">
            <a:spAutoFit/>
          </a:bodyPr>
          <a:lstStyle/>
          <a:p>
            <a:r>
              <a:rPr lang="en-US" sz="1400" b="1" dirty="0">
                <a:solidFill>
                  <a:schemeClr val="bg1"/>
                </a:solidFill>
              </a:rPr>
              <a:t>FUTURE STATE</a:t>
            </a:r>
          </a:p>
        </p:txBody>
      </p:sp>
      <p:sp>
        <p:nvSpPr>
          <p:cNvPr id="18" name="TextBox 17">
            <a:extLst>
              <a:ext uri="{FF2B5EF4-FFF2-40B4-BE49-F238E27FC236}">
                <a16:creationId xmlns:a16="http://schemas.microsoft.com/office/drawing/2014/main" id="{120C8977-70A5-4092-8868-D0B1B3491273}"/>
              </a:ext>
            </a:extLst>
          </p:cNvPr>
          <p:cNvSpPr txBox="1"/>
          <p:nvPr userDrawn="1"/>
        </p:nvSpPr>
        <p:spPr>
          <a:xfrm>
            <a:off x="392923" y="2503691"/>
            <a:ext cx="2760356" cy="307777"/>
          </a:xfrm>
          <a:prstGeom prst="rect">
            <a:avLst/>
          </a:prstGeom>
          <a:noFill/>
        </p:spPr>
        <p:txBody>
          <a:bodyPr wrap="square" rtlCol="0">
            <a:spAutoFit/>
          </a:bodyPr>
          <a:lstStyle/>
          <a:p>
            <a:pPr lvl="0" defTabSz="777329">
              <a:defRPr/>
            </a:pPr>
            <a:r>
              <a:rPr lang="en-US" sz="1400" b="1" dirty="0">
                <a:solidFill>
                  <a:schemeClr val="bg1"/>
                </a:solidFill>
              </a:rPr>
              <a:t>EXISTING STATE</a:t>
            </a:r>
          </a:p>
        </p:txBody>
      </p:sp>
      <p:sp>
        <p:nvSpPr>
          <p:cNvPr id="20" name="Rectangle 19">
            <a:extLst>
              <a:ext uri="{FF2B5EF4-FFF2-40B4-BE49-F238E27FC236}">
                <a16:creationId xmlns:a16="http://schemas.microsoft.com/office/drawing/2014/main" id="{CE2DF090-F261-44DC-88DA-356F2EA21CDB}"/>
              </a:ext>
            </a:extLst>
          </p:cNvPr>
          <p:cNvSpPr/>
          <p:nvPr userDrawn="1"/>
        </p:nvSpPr>
        <p:spPr>
          <a:xfrm>
            <a:off x="6230469" y="3101725"/>
            <a:ext cx="5568609" cy="1259661"/>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lvl="0">
              <a:defRPr/>
            </a:pPr>
            <a:endParaRPr lang="en-US" sz="1000" kern="0" dirty="0">
              <a:solidFill>
                <a:schemeClr val="bg2">
                  <a:lumMod val="10000"/>
                </a:schemeClr>
              </a:solidFill>
            </a:endParaRPr>
          </a:p>
        </p:txBody>
      </p:sp>
      <p:sp>
        <p:nvSpPr>
          <p:cNvPr id="21" name="TextBox 20">
            <a:extLst>
              <a:ext uri="{FF2B5EF4-FFF2-40B4-BE49-F238E27FC236}">
                <a16:creationId xmlns:a16="http://schemas.microsoft.com/office/drawing/2014/main" id="{95BE0C70-605D-4599-B10B-E78399F5650C}"/>
              </a:ext>
            </a:extLst>
          </p:cNvPr>
          <p:cNvSpPr txBox="1"/>
          <p:nvPr userDrawn="1"/>
        </p:nvSpPr>
        <p:spPr>
          <a:xfrm>
            <a:off x="6203954" y="2780690"/>
            <a:ext cx="5562600" cy="307777"/>
          </a:xfrm>
          <a:prstGeom prst="rect">
            <a:avLst/>
          </a:prstGeom>
          <a:noFill/>
        </p:spPr>
        <p:txBody>
          <a:bodyPr wrap="square" rtlCol="0">
            <a:spAutoFit/>
          </a:bodyPr>
          <a:lstStyle/>
          <a:p>
            <a:r>
              <a:rPr lang="en-US" sz="1400" b="1" dirty="0">
                <a:solidFill>
                  <a:schemeClr val="bg1"/>
                </a:solidFill>
              </a:rPr>
              <a:t>INDUSTRY UTILIZATION</a:t>
            </a:r>
            <a:endParaRPr lang="en-US" sz="1400" dirty="0">
              <a:solidFill>
                <a:schemeClr val="bg1"/>
              </a:solidFill>
            </a:endParaRPr>
          </a:p>
        </p:txBody>
      </p:sp>
      <p:sp>
        <p:nvSpPr>
          <p:cNvPr id="25" name="Rectangle 24">
            <a:extLst>
              <a:ext uri="{FF2B5EF4-FFF2-40B4-BE49-F238E27FC236}">
                <a16:creationId xmlns:a16="http://schemas.microsoft.com/office/drawing/2014/main" id="{BE70F1BB-9B8D-4EEB-97C3-DE58348E2CA3}"/>
              </a:ext>
            </a:extLst>
          </p:cNvPr>
          <p:cNvSpPr/>
          <p:nvPr userDrawn="1"/>
        </p:nvSpPr>
        <p:spPr>
          <a:xfrm>
            <a:off x="434269" y="5304586"/>
            <a:ext cx="5537667" cy="994455"/>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a:spcAft>
                <a:spcPts val="300"/>
              </a:spcAft>
              <a:buClr>
                <a:schemeClr val="accent2"/>
              </a:buClr>
            </a:pPr>
            <a:endParaRPr lang="en-US" sz="1000" kern="0" dirty="0">
              <a:solidFill>
                <a:sysClr val="windowText" lastClr="000000"/>
              </a:solidFill>
            </a:endParaRPr>
          </a:p>
        </p:txBody>
      </p:sp>
      <p:sp>
        <p:nvSpPr>
          <p:cNvPr id="26" name="Rectangle 25">
            <a:extLst>
              <a:ext uri="{FF2B5EF4-FFF2-40B4-BE49-F238E27FC236}">
                <a16:creationId xmlns:a16="http://schemas.microsoft.com/office/drawing/2014/main" id="{8F5B0A1D-54D5-4A6A-87F8-0715EDEF416E}"/>
              </a:ext>
            </a:extLst>
          </p:cNvPr>
          <p:cNvSpPr/>
          <p:nvPr userDrawn="1"/>
        </p:nvSpPr>
        <p:spPr>
          <a:xfrm>
            <a:off x="392923" y="5030896"/>
            <a:ext cx="1111202" cy="307777"/>
          </a:xfrm>
          <a:prstGeom prst="rect">
            <a:avLst/>
          </a:prstGeom>
        </p:spPr>
        <p:txBody>
          <a:bodyPr wrap="none">
            <a:spAutoFit/>
          </a:bodyPr>
          <a:lstStyle/>
          <a:p>
            <a:r>
              <a:rPr lang="en-US" sz="1400" b="1" dirty="0">
                <a:solidFill>
                  <a:schemeClr val="bg1"/>
                </a:solidFill>
              </a:rPr>
              <a:t>SOLUTION</a:t>
            </a:r>
            <a:endParaRPr lang="en-US" sz="1200" b="1" dirty="0">
              <a:solidFill>
                <a:schemeClr val="bg1"/>
              </a:solidFill>
            </a:endParaRPr>
          </a:p>
        </p:txBody>
      </p:sp>
      <p:sp>
        <p:nvSpPr>
          <p:cNvPr id="28" name="TextBox 27">
            <a:extLst>
              <a:ext uri="{FF2B5EF4-FFF2-40B4-BE49-F238E27FC236}">
                <a16:creationId xmlns:a16="http://schemas.microsoft.com/office/drawing/2014/main" id="{1921DB1B-669E-4CDF-BB85-2CA9A65143C9}"/>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31" name="Text Placeholder 30">
            <a:extLst>
              <a:ext uri="{FF2B5EF4-FFF2-40B4-BE49-F238E27FC236}">
                <a16:creationId xmlns:a16="http://schemas.microsoft.com/office/drawing/2014/main" id="{818B7376-737E-4689-9B3B-E61D2F919533}"/>
              </a:ext>
            </a:extLst>
          </p:cNvPr>
          <p:cNvSpPr>
            <a:spLocks noGrp="1"/>
          </p:cNvSpPr>
          <p:nvPr>
            <p:ph type="body" sz="quarter" idx="10" hasCustomPrompt="1"/>
          </p:nvPr>
        </p:nvSpPr>
        <p:spPr>
          <a:xfrm>
            <a:off x="441325" y="1552575"/>
            <a:ext cx="5545138" cy="841375"/>
          </a:xfrm>
          <a:prstGeom prst="rect">
            <a:avLst/>
          </a:prstGeom>
        </p:spPr>
        <p:txBody>
          <a:bodyPr/>
          <a:lstStyle>
            <a:lvl1pPr marL="0" indent="0">
              <a:buNone/>
              <a:defRPr sz="1000"/>
            </a:lvl1pPr>
          </a:lstStyle>
          <a:p>
            <a:pPr lvl="0"/>
            <a:r>
              <a:rPr lang="en-US" dirty="0"/>
              <a:t>Describe the industry/company that this use case applies to. Give a user persona and explain the user’s role within this company. Walk through the problem statement that the user is trying to solve. Include secondary users that will interact with product in an ancillary manner.</a:t>
            </a:r>
          </a:p>
          <a:p>
            <a:pPr lvl="0"/>
            <a:endParaRPr lang="en-US" dirty="0"/>
          </a:p>
        </p:txBody>
      </p:sp>
      <p:sp>
        <p:nvSpPr>
          <p:cNvPr id="33" name="Text Placeholder 32">
            <a:extLst>
              <a:ext uri="{FF2B5EF4-FFF2-40B4-BE49-F238E27FC236}">
                <a16:creationId xmlns:a16="http://schemas.microsoft.com/office/drawing/2014/main" id="{D83BF498-D3CC-44C2-BBDE-D558276CD411}"/>
              </a:ext>
            </a:extLst>
          </p:cNvPr>
          <p:cNvSpPr>
            <a:spLocks noGrp="1"/>
          </p:cNvSpPr>
          <p:nvPr>
            <p:ph type="body" sz="quarter" idx="11" hasCustomPrompt="1"/>
          </p:nvPr>
        </p:nvSpPr>
        <p:spPr>
          <a:xfrm>
            <a:off x="431800" y="2781300"/>
            <a:ext cx="2768600" cy="2081213"/>
          </a:xfrm>
          <a:prstGeom prst="rect">
            <a:avLst/>
          </a:prstGeom>
        </p:spPr>
        <p:txBody>
          <a:bodyPr/>
          <a:lstStyle>
            <a:lvl1pPr marL="171450" indent="-171450">
              <a:lnSpc>
                <a:spcPct val="100000"/>
              </a:lnSpc>
              <a:spcBef>
                <a:spcPts val="0"/>
              </a:spcBef>
              <a:buClr>
                <a:schemeClr val="accent1"/>
              </a:buClr>
              <a:buFont typeface="Wingdings" panose="05000000000000000000" pitchFamily="2" charset="2"/>
              <a:buChar char="§"/>
              <a:defRPr sz="1000"/>
            </a:lvl1pPr>
          </a:lstStyle>
          <a:p>
            <a:pPr lvl="0"/>
            <a:r>
              <a:rPr lang="en-US" dirty="0"/>
              <a:t>Describe the current status of the problem and what the user would need to as inputs to the tool.</a:t>
            </a:r>
          </a:p>
          <a:p>
            <a:pPr lvl="0"/>
            <a:endParaRPr lang="en-US" dirty="0"/>
          </a:p>
        </p:txBody>
      </p:sp>
      <p:sp>
        <p:nvSpPr>
          <p:cNvPr id="34" name="Text Placeholder 32">
            <a:extLst>
              <a:ext uri="{FF2B5EF4-FFF2-40B4-BE49-F238E27FC236}">
                <a16:creationId xmlns:a16="http://schemas.microsoft.com/office/drawing/2014/main" id="{326CC544-5ED9-4C00-BDD7-F2473DAB12E9}"/>
              </a:ext>
            </a:extLst>
          </p:cNvPr>
          <p:cNvSpPr>
            <a:spLocks noGrp="1"/>
          </p:cNvSpPr>
          <p:nvPr>
            <p:ph type="body" sz="quarter" idx="12" hasCustomPrompt="1"/>
          </p:nvPr>
        </p:nvSpPr>
        <p:spPr>
          <a:xfrm>
            <a:off x="3223674" y="2810279"/>
            <a:ext cx="2768600" cy="2081213"/>
          </a:xfrm>
          <a:prstGeom prst="rect">
            <a:avLst/>
          </a:prstGeom>
        </p:spPr>
        <p:txBody>
          <a:bodyPr/>
          <a:lstStyle>
            <a:lvl1pPr marL="171450" indent="-171450">
              <a:lnSpc>
                <a:spcPct val="100000"/>
              </a:lnSpc>
              <a:spcBef>
                <a:spcPts val="0"/>
              </a:spcBef>
              <a:buClr>
                <a:schemeClr val="accent1"/>
              </a:buClr>
              <a:buFont typeface="Wingdings" panose="05000000000000000000" pitchFamily="2" charset="2"/>
              <a:buChar char="§"/>
              <a:defRPr sz="1000"/>
            </a:lvl1pPr>
          </a:lstStyle>
          <a:p>
            <a:pPr lvl="0"/>
            <a:r>
              <a:rPr lang="en-US" dirty="0"/>
              <a:t>Describe output of tool and usefulness of solution. Include what steps might follow.</a:t>
            </a:r>
          </a:p>
          <a:p>
            <a:pPr lvl="0"/>
            <a:endParaRPr lang="en-US" dirty="0"/>
          </a:p>
        </p:txBody>
      </p:sp>
      <p:sp>
        <p:nvSpPr>
          <p:cNvPr id="35" name="Text Placeholder 30">
            <a:extLst>
              <a:ext uri="{FF2B5EF4-FFF2-40B4-BE49-F238E27FC236}">
                <a16:creationId xmlns:a16="http://schemas.microsoft.com/office/drawing/2014/main" id="{958B9546-982F-4B7F-BF59-FB50249AE49C}"/>
              </a:ext>
            </a:extLst>
          </p:cNvPr>
          <p:cNvSpPr>
            <a:spLocks noGrp="1"/>
          </p:cNvSpPr>
          <p:nvPr>
            <p:ph type="body" sz="quarter" idx="13" hasCustomPrompt="1"/>
          </p:nvPr>
        </p:nvSpPr>
        <p:spPr>
          <a:xfrm>
            <a:off x="440258" y="5324708"/>
            <a:ext cx="5545138" cy="994455"/>
          </a:xfrm>
          <a:prstGeom prst="rect">
            <a:avLst/>
          </a:prstGeom>
        </p:spPr>
        <p:txBody>
          <a:bodyPr/>
          <a:lstStyle>
            <a:lvl1pPr marL="0" indent="0">
              <a:buNone/>
              <a:defRPr sz="1000"/>
            </a:lvl1pPr>
          </a:lstStyle>
          <a:p>
            <a:pPr>
              <a:spcAft>
                <a:spcPts val="300"/>
              </a:spcAft>
              <a:buClr>
                <a:schemeClr val="accent2"/>
              </a:buClr>
            </a:pPr>
            <a:r>
              <a:rPr lang="en-US" sz="1000" kern="0" dirty="0">
                <a:solidFill>
                  <a:sysClr val="windowText" lastClr="000000"/>
                </a:solidFill>
              </a:rPr>
              <a:t>Walk through the steps taken to reach the solution. What tools are being used? What file formats are required? How long will this take? Describe the output of the tool and what format it is in and how it is disseminated. Is there any follow-up work needed on the solution?</a:t>
            </a:r>
          </a:p>
        </p:txBody>
      </p:sp>
      <p:sp>
        <p:nvSpPr>
          <p:cNvPr id="37" name="Text Placeholder 32">
            <a:extLst>
              <a:ext uri="{FF2B5EF4-FFF2-40B4-BE49-F238E27FC236}">
                <a16:creationId xmlns:a16="http://schemas.microsoft.com/office/drawing/2014/main" id="{0B7DE5DD-4B08-4ACE-BD08-05D5C6A1391A}"/>
              </a:ext>
            </a:extLst>
          </p:cNvPr>
          <p:cNvSpPr>
            <a:spLocks noGrp="1"/>
          </p:cNvSpPr>
          <p:nvPr>
            <p:ph type="body" sz="quarter" idx="14" hasCustomPrompt="1"/>
          </p:nvPr>
        </p:nvSpPr>
        <p:spPr>
          <a:xfrm>
            <a:off x="6230467" y="1560124"/>
            <a:ext cx="5562599" cy="1117003"/>
          </a:xfrm>
          <a:prstGeom prst="rect">
            <a:avLst/>
          </a:prstGeom>
        </p:spPr>
        <p:txBody>
          <a:bodyPr/>
          <a:lstStyle>
            <a:lvl1pPr marL="171450" indent="-171450">
              <a:lnSpc>
                <a:spcPct val="100000"/>
              </a:lnSpc>
              <a:spcBef>
                <a:spcPts val="0"/>
              </a:spcBef>
              <a:buClr>
                <a:schemeClr val="accent1"/>
              </a:buClr>
              <a:buFont typeface="Wingdings" panose="05000000000000000000" pitchFamily="2" charset="2"/>
              <a:buChar char="§"/>
              <a:defRPr sz="1000"/>
            </a:lvl1pPr>
          </a:lstStyle>
          <a:p>
            <a:pPr lvl="0"/>
            <a:r>
              <a:rPr lang="en-US" dirty="0"/>
              <a:t>What is the current industry solution to this problem? Why is this tool significantly better? Is this a cheaper solution? Is this a more accurate solution? Is this a more efficient solution?</a:t>
            </a:r>
          </a:p>
          <a:p>
            <a:pPr lvl="0"/>
            <a:endParaRPr lang="en-US" dirty="0"/>
          </a:p>
        </p:txBody>
      </p:sp>
      <p:sp>
        <p:nvSpPr>
          <p:cNvPr id="38" name="Text Placeholder 30">
            <a:extLst>
              <a:ext uri="{FF2B5EF4-FFF2-40B4-BE49-F238E27FC236}">
                <a16:creationId xmlns:a16="http://schemas.microsoft.com/office/drawing/2014/main" id="{0374A068-5F88-4720-AE11-81C7C49F5B5D}"/>
              </a:ext>
            </a:extLst>
          </p:cNvPr>
          <p:cNvSpPr>
            <a:spLocks noGrp="1"/>
          </p:cNvSpPr>
          <p:nvPr>
            <p:ph type="body" sz="quarter" idx="15" hasCustomPrompt="1"/>
          </p:nvPr>
        </p:nvSpPr>
        <p:spPr>
          <a:xfrm>
            <a:off x="6233052" y="3102295"/>
            <a:ext cx="5545138" cy="1252715"/>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0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Company Type</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type of company would use this tool? (i.e. Large OEM or Small Manufacturer) </a:t>
            </a: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User Position</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position within a company is interfacing? (i.e. Procurement, Design Engineer, or Machinist) </a:t>
            </a: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Industry Segment</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industry segment will this impact? (i.e. Aerospace, Automotive, or Batch Manufacturing) </a:t>
            </a: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Technology</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technology issue is addressed? (i.e. Supply Chain or CNC Machining)</a:t>
            </a:r>
          </a:p>
          <a:p>
            <a:pPr lvl="0"/>
            <a:endParaRPr lang="en-US" dirty="0"/>
          </a:p>
        </p:txBody>
      </p:sp>
      <p:sp>
        <p:nvSpPr>
          <p:cNvPr id="40" name="TextBox 39">
            <a:extLst>
              <a:ext uri="{FF2B5EF4-FFF2-40B4-BE49-F238E27FC236}">
                <a16:creationId xmlns:a16="http://schemas.microsoft.com/office/drawing/2014/main" id="{C0093B8E-830D-4C23-B4D5-D25F59F15C29}"/>
              </a:ext>
            </a:extLst>
          </p:cNvPr>
          <p:cNvSpPr txBox="1"/>
          <p:nvPr userDrawn="1"/>
        </p:nvSpPr>
        <p:spPr>
          <a:xfrm>
            <a:off x="344002" y="293077"/>
            <a:ext cx="8483475" cy="400110"/>
          </a:xfrm>
          <a:prstGeom prst="rect">
            <a:avLst/>
          </a:prstGeom>
          <a:noFill/>
        </p:spPr>
        <p:txBody>
          <a:bodyPr wrap="square" rtlCol="0" anchor="ctr">
            <a:spAutoFit/>
          </a:bodyPr>
          <a:lstStyle/>
          <a:p>
            <a:pPr algn="l"/>
            <a:r>
              <a:rPr lang="en-US" sz="2000" b="1" dirty="0">
                <a:solidFill>
                  <a:schemeClr val="bg1"/>
                </a:solidFill>
              </a:rPr>
              <a:t>Project </a:t>
            </a:r>
          </a:p>
        </p:txBody>
      </p:sp>
      <p:sp>
        <p:nvSpPr>
          <p:cNvPr id="41" name="Text Placeholder 11">
            <a:extLst>
              <a:ext uri="{FF2B5EF4-FFF2-40B4-BE49-F238E27FC236}">
                <a16:creationId xmlns:a16="http://schemas.microsoft.com/office/drawing/2014/main" id="{B3DEB001-909E-4D36-AD5B-34DF9BB8780D}"/>
              </a:ext>
            </a:extLst>
          </p:cNvPr>
          <p:cNvSpPr>
            <a:spLocks noGrp="1"/>
          </p:cNvSpPr>
          <p:nvPr>
            <p:ph type="body" sz="quarter" idx="29" hasCustomPrompt="1"/>
          </p:nvPr>
        </p:nvSpPr>
        <p:spPr>
          <a:xfrm>
            <a:off x="1374282" y="293077"/>
            <a:ext cx="9227043" cy="404812"/>
          </a:xfrm>
          <a:prstGeom prst="rect">
            <a:avLst/>
          </a:prstGeom>
        </p:spPr>
        <p:txBody>
          <a:bodyPr anchor="ctr"/>
          <a:lstStyle>
            <a:lvl1pPr marL="0" indent="0">
              <a:buNone/>
              <a:defRPr sz="2000" b="1">
                <a:solidFill>
                  <a:schemeClr val="bg1"/>
                </a:solidFill>
              </a:defRPr>
            </a:lvl1pPr>
          </a:lstStyle>
          <a:p>
            <a:pPr lvl="0"/>
            <a:r>
              <a:rPr lang="en-US" dirty="0"/>
              <a:t>MxD XX-XX-XX | PROJECT TITLE</a:t>
            </a:r>
          </a:p>
        </p:txBody>
      </p:sp>
      <p:sp>
        <p:nvSpPr>
          <p:cNvPr id="10" name="Rectangle 9">
            <a:extLst>
              <a:ext uri="{FF2B5EF4-FFF2-40B4-BE49-F238E27FC236}">
                <a16:creationId xmlns:a16="http://schemas.microsoft.com/office/drawing/2014/main" id="{E50171F8-D547-4683-9EBB-CBD24546E60A}"/>
              </a:ext>
            </a:extLst>
          </p:cNvPr>
          <p:cNvSpPr/>
          <p:nvPr userDrawn="1"/>
        </p:nvSpPr>
        <p:spPr>
          <a:xfrm>
            <a:off x="423241" y="2513887"/>
            <a:ext cx="2756677" cy="2362456"/>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9" name="Rectangle 18">
            <a:extLst>
              <a:ext uri="{FF2B5EF4-FFF2-40B4-BE49-F238E27FC236}">
                <a16:creationId xmlns:a16="http://schemas.microsoft.com/office/drawing/2014/main" id="{43351EDB-8069-4F46-A00A-0A13F75A8F25}"/>
              </a:ext>
            </a:extLst>
          </p:cNvPr>
          <p:cNvSpPr/>
          <p:nvPr userDrawn="1"/>
        </p:nvSpPr>
        <p:spPr>
          <a:xfrm>
            <a:off x="3233999" y="2511310"/>
            <a:ext cx="2749877" cy="236503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5" name="Rectangle 14">
            <a:extLst>
              <a:ext uri="{FF2B5EF4-FFF2-40B4-BE49-F238E27FC236}">
                <a16:creationId xmlns:a16="http://schemas.microsoft.com/office/drawing/2014/main" id="{29991445-6262-4AAA-90BD-975145D382A5}"/>
              </a:ext>
            </a:extLst>
          </p:cNvPr>
          <p:cNvSpPr/>
          <p:nvPr userDrawn="1"/>
        </p:nvSpPr>
        <p:spPr>
          <a:xfrm>
            <a:off x="441777" y="1276545"/>
            <a:ext cx="5542101" cy="111700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 name="Rectangle 10">
            <a:extLst>
              <a:ext uri="{FF2B5EF4-FFF2-40B4-BE49-F238E27FC236}">
                <a16:creationId xmlns:a16="http://schemas.microsoft.com/office/drawing/2014/main" id="{5108AEE4-C2D0-4178-932D-C55693B449BF}"/>
              </a:ext>
            </a:extLst>
          </p:cNvPr>
          <p:cNvSpPr/>
          <p:nvPr userDrawn="1"/>
        </p:nvSpPr>
        <p:spPr>
          <a:xfrm>
            <a:off x="6225302" y="1273178"/>
            <a:ext cx="5560639" cy="140394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2" name="Rectangle 21">
            <a:extLst>
              <a:ext uri="{FF2B5EF4-FFF2-40B4-BE49-F238E27FC236}">
                <a16:creationId xmlns:a16="http://schemas.microsoft.com/office/drawing/2014/main" id="{A361890E-D064-4C1A-8780-367A19F0784B}"/>
              </a:ext>
            </a:extLst>
          </p:cNvPr>
          <p:cNvSpPr/>
          <p:nvPr userDrawn="1"/>
        </p:nvSpPr>
        <p:spPr>
          <a:xfrm>
            <a:off x="6236660" y="2793948"/>
            <a:ext cx="5560639" cy="156743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7" name="Rectangle 26">
            <a:extLst>
              <a:ext uri="{FF2B5EF4-FFF2-40B4-BE49-F238E27FC236}">
                <a16:creationId xmlns:a16="http://schemas.microsoft.com/office/drawing/2014/main" id="{70AF3B4C-B0AF-4254-A455-E0608EF7586A}"/>
              </a:ext>
            </a:extLst>
          </p:cNvPr>
          <p:cNvSpPr/>
          <p:nvPr userDrawn="1"/>
        </p:nvSpPr>
        <p:spPr>
          <a:xfrm>
            <a:off x="429837" y="5029191"/>
            <a:ext cx="5542101" cy="1269850"/>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5" name="Text Placeholder 44">
            <a:extLst>
              <a:ext uri="{FF2B5EF4-FFF2-40B4-BE49-F238E27FC236}">
                <a16:creationId xmlns:a16="http://schemas.microsoft.com/office/drawing/2014/main" id="{EF302C53-38F3-41E8-A3A1-38787156E84A}"/>
              </a:ext>
            </a:extLst>
          </p:cNvPr>
          <p:cNvSpPr>
            <a:spLocks noGrp="1"/>
          </p:cNvSpPr>
          <p:nvPr>
            <p:ph type="body" sz="quarter" idx="31" hasCustomPrompt="1"/>
          </p:nvPr>
        </p:nvSpPr>
        <p:spPr>
          <a:xfrm>
            <a:off x="473813" y="719068"/>
            <a:ext cx="11388725" cy="4968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solidFill>
                  <a:schemeClr val="bg1"/>
                </a:solidFill>
              </a:defRPr>
            </a:lvl1pPr>
            <a:lvl2pPr>
              <a:defRPr sz="1100" b="1">
                <a:solidFill>
                  <a:schemeClr val="bg1"/>
                </a:solidFill>
              </a:defRPr>
            </a:lvl2pPr>
            <a:lvl3pPr>
              <a:defRPr sz="1050" b="1">
                <a:solidFill>
                  <a:schemeClr val="bg1"/>
                </a:solidFill>
              </a:defRPr>
            </a:lvl3pPr>
            <a:lvl4pPr>
              <a:defRPr sz="1000" b="1">
                <a:solidFill>
                  <a:schemeClr val="bg1"/>
                </a:solidFill>
              </a:defRPr>
            </a:lvl4pPr>
            <a:lvl5pPr>
              <a:defRPr sz="1000" b="1">
                <a:solidFill>
                  <a:schemeClr val="bg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Primary Use Case “As a _____, I want to (better/faster/etc.) _______ in order to ______.” </a:t>
            </a:r>
          </a:p>
        </p:txBody>
      </p:sp>
      <p:sp>
        <p:nvSpPr>
          <p:cNvPr id="47" name="Picture Placeholder 46">
            <a:extLst>
              <a:ext uri="{FF2B5EF4-FFF2-40B4-BE49-F238E27FC236}">
                <a16:creationId xmlns:a16="http://schemas.microsoft.com/office/drawing/2014/main" id="{47FEB964-F3A7-4867-9022-55995EA209B5}"/>
              </a:ext>
            </a:extLst>
          </p:cNvPr>
          <p:cNvSpPr>
            <a:spLocks noGrp="1"/>
          </p:cNvSpPr>
          <p:nvPr>
            <p:ph type="pic" sz="quarter" idx="32"/>
          </p:nvPr>
        </p:nvSpPr>
        <p:spPr>
          <a:xfrm>
            <a:off x="6202366" y="4478207"/>
            <a:ext cx="2625111" cy="1795463"/>
          </a:xfrm>
          <a:prstGeom prst="rect">
            <a:avLst/>
          </a:prstGeom>
        </p:spPr>
        <p:txBody>
          <a:bodyPr/>
          <a:lstStyle>
            <a:lvl1pPr>
              <a:defRPr>
                <a:solidFill>
                  <a:schemeClr val="bg1"/>
                </a:solidFill>
              </a:defRPr>
            </a:lvl1pPr>
          </a:lstStyle>
          <a:p>
            <a:endParaRPr lang="en-US"/>
          </a:p>
        </p:txBody>
      </p:sp>
      <p:sp>
        <p:nvSpPr>
          <p:cNvPr id="48" name="Picture Placeholder 46">
            <a:extLst>
              <a:ext uri="{FF2B5EF4-FFF2-40B4-BE49-F238E27FC236}">
                <a16:creationId xmlns:a16="http://schemas.microsoft.com/office/drawing/2014/main" id="{182511F8-E793-4898-9CCF-44C869568740}"/>
              </a:ext>
            </a:extLst>
          </p:cNvPr>
          <p:cNvSpPr>
            <a:spLocks noGrp="1"/>
          </p:cNvSpPr>
          <p:nvPr>
            <p:ph type="pic" sz="quarter" idx="33"/>
          </p:nvPr>
        </p:nvSpPr>
        <p:spPr>
          <a:xfrm>
            <a:off x="9126630" y="4478207"/>
            <a:ext cx="2625111" cy="1795463"/>
          </a:xfrm>
          <a:prstGeom prst="rect">
            <a:avLst/>
          </a:prstGeom>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970945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roject Summary_whi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4A1650-0DD8-49AD-96D0-3A9DB28EB31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5676AB2E-9678-419F-9110-AC826E17933E}"/>
              </a:ext>
            </a:extLst>
          </p:cNvPr>
          <p:cNvSpPr/>
          <p:nvPr userDrawn="1"/>
        </p:nvSpPr>
        <p:spPr>
          <a:xfrm>
            <a:off x="6225302" y="1560124"/>
            <a:ext cx="5568609" cy="1117003"/>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marL="171450" indent="-171450">
              <a:buClr>
                <a:schemeClr val="accent1"/>
              </a:buClr>
              <a:buFont typeface="Wingdings" panose="05000000000000000000" pitchFamily="2" charset="2"/>
              <a:buChar char="§"/>
            </a:pPr>
            <a:endParaRPr lang="en-US" sz="1000" kern="0" dirty="0">
              <a:solidFill>
                <a:sysClr val="windowText" lastClr="000000"/>
              </a:solidFill>
            </a:endParaRPr>
          </a:p>
        </p:txBody>
      </p:sp>
      <p:sp>
        <p:nvSpPr>
          <p:cNvPr id="30" name="Rectangle 29">
            <a:extLst>
              <a:ext uri="{FF2B5EF4-FFF2-40B4-BE49-F238E27FC236}">
                <a16:creationId xmlns:a16="http://schemas.microsoft.com/office/drawing/2014/main" id="{1C013378-261C-40FD-9A3C-5F30D7C3F08F}"/>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F6628D7-70DD-4BF6-834E-3BAC9D4E1B7E}"/>
              </a:ext>
            </a:extLst>
          </p:cNvPr>
          <p:cNvSpPr txBox="1"/>
          <p:nvPr userDrawn="1"/>
        </p:nvSpPr>
        <p:spPr>
          <a:xfrm>
            <a:off x="6168176" y="1258738"/>
            <a:ext cx="5562600" cy="307777"/>
          </a:xfrm>
          <a:prstGeom prst="rect">
            <a:avLst/>
          </a:prstGeom>
          <a:noFill/>
        </p:spPr>
        <p:txBody>
          <a:bodyPr wrap="square" rtlCol="0">
            <a:spAutoFit/>
          </a:bodyPr>
          <a:lstStyle/>
          <a:p>
            <a:r>
              <a:rPr lang="en-US" sz="1400" b="1" dirty="0">
                <a:solidFill>
                  <a:schemeClr val="accent1"/>
                </a:solidFill>
              </a:rPr>
              <a:t>KEY BENEFITS</a:t>
            </a:r>
            <a:endParaRPr lang="en-US" sz="1400" dirty="0">
              <a:solidFill>
                <a:schemeClr val="accent1"/>
              </a:solidFill>
            </a:endParaRPr>
          </a:p>
        </p:txBody>
      </p:sp>
      <p:sp>
        <p:nvSpPr>
          <p:cNvPr id="32" name="Rectangle 31">
            <a:extLst>
              <a:ext uri="{FF2B5EF4-FFF2-40B4-BE49-F238E27FC236}">
                <a16:creationId xmlns:a16="http://schemas.microsoft.com/office/drawing/2014/main" id="{3B80F524-D511-4ECD-AE04-DB23A31AE857}"/>
              </a:ext>
            </a:extLst>
          </p:cNvPr>
          <p:cNvSpPr/>
          <p:nvPr userDrawn="1"/>
        </p:nvSpPr>
        <p:spPr>
          <a:xfrm>
            <a:off x="425446" y="2793948"/>
            <a:ext cx="2756677" cy="2082395"/>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endParaRPr lang="en-US" sz="1000" kern="0" dirty="0">
              <a:solidFill>
                <a:schemeClr val="accent5"/>
              </a:solidFill>
            </a:endParaRPr>
          </a:p>
        </p:txBody>
      </p:sp>
      <p:sp>
        <p:nvSpPr>
          <p:cNvPr id="33" name="Rectangle 32">
            <a:extLst>
              <a:ext uri="{FF2B5EF4-FFF2-40B4-BE49-F238E27FC236}">
                <a16:creationId xmlns:a16="http://schemas.microsoft.com/office/drawing/2014/main" id="{770A9403-DCA7-49B5-A18A-FDC726B29267}"/>
              </a:ext>
            </a:extLst>
          </p:cNvPr>
          <p:cNvSpPr/>
          <p:nvPr userDrawn="1"/>
        </p:nvSpPr>
        <p:spPr>
          <a:xfrm>
            <a:off x="3229408" y="2793949"/>
            <a:ext cx="2756677" cy="2082394"/>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endParaRPr lang="en-US" sz="1000" kern="0" dirty="0">
              <a:solidFill>
                <a:schemeClr val="accent5"/>
              </a:solidFill>
            </a:endParaRPr>
          </a:p>
        </p:txBody>
      </p:sp>
      <p:sp>
        <p:nvSpPr>
          <p:cNvPr id="34" name="TextBox 33">
            <a:extLst>
              <a:ext uri="{FF2B5EF4-FFF2-40B4-BE49-F238E27FC236}">
                <a16:creationId xmlns:a16="http://schemas.microsoft.com/office/drawing/2014/main" id="{DA9D33E4-B20B-487D-8D9B-96BC662D633A}"/>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35" name="Rectangle 34">
            <a:extLst>
              <a:ext uri="{FF2B5EF4-FFF2-40B4-BE49-F238E27FC236}">
                <a16:creationId xmlns:a16="http://schemas.microsoft.com/office/drawing/2014/main" id="{D7758173-9BFD-4F54-8948-C8C2B2236F17}"/>
              </a:ext>
            </a:extLst>
          </p:cNvPr>
          <p:cNvSpPr/>
          <p:nvPr userDrawn="1"/>
        </p:nvSpPr>
        <p:spPr>
          <a:xfrm>
            <a:off x="446209" y="1551941"/>
            <a:ext cx="5537667" cy="841608"/>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endParaRPr lang="en-US" sz="1000" kern="0" dirty="0">
              <a:solidFill>
                <a:schemeClr val="accent5"/>
              </a:solidFill>
            </a:endParaRPr>
          </a:p>
        </p:txBody>
      </p:sp>
      <p:sp>
        <p:nvSpPr>
          <p:cNvPr id="36" name="Rectangle 35">
            <a:extLst>
              <a:ext uri="{FF2B5EF4-FFF2-40B4-BE49-F238E27FC236}">
                <a16:creationId xmlns:a16="http://schemas.microsoft.com/office/drawing/2014/main" id="{6EA25B35-547A-4F5D-962E-4234721AFDC7}"/>
              </a:ext>
            </a:extLst>
          </p:cNvPr>
          <p:cNvSpPr/>
          <p:nvPr userDrawn="1"/>
        </p:nvSpPr>
        <p:spPr>
          <a:xfrm>
            <a:off x="404863" y="1278250"/>
            <a:ext cx="2359941" cy="307777"/>
          </a:xfrm>
          <a:prstGeom prst="rect">
            <a:avLst/>
          </a:prstGeom>
        </p:spPr>
        <p:txBody>
          <a:bodyPr wrap="none">
            <a:spAutoFit/>
          </a:bodyPr>
          <a:lstStyle/>
          <a:p>
            <a:r>
              <a:rPr lang="en-US" sz="1400" b="1" dirty="0">
                <a:solidFill>
                  <a:schemeClr val="accent1"/>
                </a:solidFill>
              </a:rPr>
              <a:t>PROBLEM DESCRIPTION</a:t>
            </a:r>
          </a:p>
        </p:txBody>
      </p:sp>
      <p:sp>
        <p:nvSpPr>
          <p:cNvPr id="37" name="TextBox 36">
            <a:extLst>
              <a:ext uri="{FF2B5EF4-FFF2-40B4-BE49-F238E27FC236}">
                <a16:creationId xmlns:a16="http://schemas.microsoft.com/office/drawing/2014/main" id="{AF746359-01D0-459D-8BD0-3599344FB635}"/>
              </a:ext>
            </a:extLst>
          </p:cNvPr>
          <p:cNvSpPr txBox="1"/>
          <p:nvPr userDrawn="1"/>
        </p:nvSpPr>
        <p:spPr>
          <a:xfrm>
            <a:off x="419192" y="747748"/>
            <a:ext cx="11366749" cy="418958"/>
          </a:xfrm>
          <a:prstGeom prst="rect">
            <a:avLst/>
          </a:prstGeom>
          <a:noFill/>
        </p:spPr>
        <p:txBody>
          <a:bodyPr wrap="square" rtlCol="0">
            <a:normAutofit/>
          </a:bodyPr>
          <a:lstStyle/>
          <a:p>
            <a:endParaRPr lang="en-US" sz="1000" dirty="0">
              <a:solidFill>
                <a:schemeClr val="tx1"/>
              </a:solidFill>
            </a:endParaRPr>
          </a:p>
        </p:txBody>
      </p:sp>
      <p:sp>
        <p:nvSpPr>
          <p:cNvPr id="38" name="TextBox 37">
            <a:extLst>
              <a:ext uri="{FF2B5EF4-FFF2-40B4-BE49-F238E27FC236}">
                <a16:creationId xmlns:a16="http://schemas.microsoft.com/office/drawing/2014/main" id="{3D541FF5-47A7-4BB8-9AD9-C14687103D41}"/>
              </a:ext>
            </a:extLst>
          </p:cNvPr>
          <p:cNvSpPr txBox="1"/>
          <p:nvPr userDrawn="1"/>
        </p:nvSpPr>
        <p:spPr>
          <a:xfrm>
            <a:off x="3227446" y="2503691"/>
            <a:ext cx="2760356" cy="307777"/>
          </a:xfrm>
          <a:prstGeom prst="rect">
            <a:avLst/>
          </a:prstGeom>
          <a:noFill/>
        </p:spPr>
        <p:txBody>
          <a:bodyPr wrap="square" rtlCol="0">
            <a:spAutoFit/>
          </a:bodyPr>
          <a:lstStyle/>
          <a:p>
            <a:r>
              <a:rPr lang="en-US" sz="1400" b="1" dirty="0">
                <a:solidFill>
                  <a:schemeClr val="accent1"/>
                </a:solidFill>
              </a:rPr>
              <a:t>FUTURE STATE</a:t>
            </a:r>
          </a:p>
        </p:txBody>
      </p:sp>
      <p:sp>
        <p:nvSpPr>
          <p:cNvPr id="39" name="TextBox 38">
            <a:extLst>
              <a:ext uri="{FF2B5EF4-FFF2-40B4-BE49-F238E27FC236}">
                <a16:creationId xmlns:a16="http://schemas.microsoft.com/office/drawing/2014/main" id="{80DE184C-C35A-4F57-90B4-820F783F2351}"/>
              </a:ext>
            </a:extLst>
          </p:cNvPr>
          <p:cNvSpPr txBox="1"/>
          <p:nvPr userDrawn="1"/>
        </p:nvSpPr>
        <p:spPr>
          <a:xfrm>
            <a:off x="392923" y="2503691"/>
            <a:ext cx="2760356" cy="307777"/>
          </a:xfrm>
          <a:prstGeom prst="rect">
            <a:avLst/>
          </a:prstGeom>
          <a:noFill/>
        </p:spPr>
        <p:txBody>
          <a:bodyPr wrap="square" rtlCol="0">
            <a:spAutoFit/>
          </a:bodyPr>
          <a:lstStyle/>
          <a:p>
            <a:pPr lvl="0" defTabSz="777329">
              <a:defRPr/>
            </a:pPr>
            <a:r>
              <a:rPr lang="en-US" sz="1400" b="1" dirty="0">
                <a:solidFill>
                  <a:schemeClr val="accent1"/>
                </a:solidFill>
              </a:rPr>
              <a:t>EXISTING STATE</a:t>
            </a:r>
          </a:p>
        </p:txBody>
      </p:sp>
      <p:sp>
        <p:nvSpPr>
          <p:cNvPr id="40" name="Rectangle 39">
            <a:extLst>
              <a:ext uri="{FF2B5EF4-FFF2-40B4-BE49-F238E27FC236}">
                <a16:creationId xmlns:a16="http://schemas.microsoft.com/office/drawing/2014/main" id="{399C12FB-E6EF-451D-BC4C-960F66F75979}"/>
              </a:ext>
            </a:extLst>
          </p:cNvPr>
          <p:cNvSpPr/>
          <p:nvPr userDrawn="1"/>
        </p:nvSpPr>
        <p:spPr>
          <a:xfrm>
            <a:off x="6230469" y="3101725"/>
            <a:ext cx="5568609" cy="1259661"/>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lvl="0">
              <a:defRPr/>
            </a:pPr>
            <a:endParaRPr lang="en-US" sz="1000" kern="0" dirty="0">
              <a:solidFill>
                <a:schemeClr val="bg2">
                  <a:lumMod val="10000"/>
                </a:schemeClr>
              </a:solidFill>
            </a:endParaRPr>
          </a:p>
        </p:txBody>
      </p:sp>
      <p:sp>
        <p:nvSpPr>
          <p:cNvPr id="41" name="TextBox 40">
            <a:extLst>
              <a:ext uri="{FF2B5EF4-FFF2-40B4-BE49-F238E27FC236}">
                <a16:creationId xmlns:a16="http://schemas.microsoft.com/office/drawing/2014/main" id="{C5E9195B-C55A-48AE-B36C-E7C64A216D77}"/>
              </a:ext>
            </a:extLst>
          </p:cNvPr>
          <p:cNvSpPr txBox="1"/>
          <p:nvPr userDrawn="1"/>
        </p:nvSpPr>
        <p:spPr>
          <a:xfrm>
            <a:off x="6203954" y="2780690"/>
            <a:ext cx="5562600" cy="307777"/>
          </a:xfrm>
          <a:prstGeom prst="rect">
            <a:avLst/>
          </a:prstGeom>
          <a:noFill/>
        </p:spPr>
        <p:txBody>
          <a:bodyPr wrap="square" rtlCol="0">
            <a:spAutoFit/>
          </a:bodyPr>
          <a:lstStyle/>
          <a:p>
            <a:r>
              <a:rPr lang="en-US" sz="1400" b="1" dirty="0">
                <a:solidFill>
                  <a:schemeClr val="accent1"/>
                </a:solidFill>
              </a:rPr>
              <a:t>INDUSTRY UTILIZATION</a:t>
            </a:r>
            <a:endParaRPr lang="en-US" sz="1400" dirty="0">
              <a:solidFill>
                <a:schemeClr val="accent1"/>
              </a:solidFill>
            </a:endParaRPr>
          </a:p>
        </p:txBody>
      </p:sp>
      <p:sp>
        <p:nvSpPr>
          <p:cNvPr id="42" name="Rectangle 41">
            <a:extLst>
              <a:ext uri="{FF2B5EF4-FFF2-40B4-BE49-F238E27FC236}">
                <a16:creationId xmlns:a16="http://schemas.microsoft.com/office/drawing/2014/main" id="{2A369128-D5F3-49A3-BCE2-4AD33648AC97}"/>
              </a:ext>
            </a:extLst>
          </p:cNvPr>
          <p:cNvSpPr/>
          <p:nvPr userDrawn="1"/>
        </p:nvSpPr>
        <p:spPr>
          <a:xfrm>
            <a:off x="434269" y="5304586"/>
            <a:ext cx="5537667" cy="994455"/>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a:spcAft>
                <a:spcPts val="300"/>
              </a:spcAft>
              <a:buClr>
                <a:schemeClr val="accent2"/>
              </a:buClr>
            </a:pPr>
            <a:endParaRPr lang="en-US" sz="1000" kern="0" dirty="0">
              <a:solidFill>
                <a:sysClr val="windowText" lastClr="000000"/>
              </a:solidFill>
            </a:endParaRPr>
          </a:p>
        </p:txBody>
      </p:sp>
      <p:sp>
        <p:nvSpPr>
          <p:cNvPr id="43" name="Rectangle 42">
            <a:extLst>
              <a:ext uri="{FF2B5EF4-FFF2-40B4-BE49-F238E27FC236}">
                <a16:creationId xmlns:a16="http://schemas.microsoft.com/office/drawing/2014/main" id="{55A5270F-6256-4422-B0F8-F24A998EC513}"/>
              </a:ext>
            </a:extLst>
          </p:cNvPr>
          <p:cNvSpPr/>
          <p:nvPr userDrawn="1"/>
        </p:nvSpPr>
        <p:spPr>
          <a:xfrm>
            <a:off x="392923" y="5030896"/>
            <a:ext cx="1111202" cy="307777"/>
          </a:xfrm>
          <a:prstGeom prst="rect">
            <a:avLst/>
          </a:prstGeom>
        </p:spPr>
        <p:txBody>
          <a:bodyPr wrap="none">
            <a:spAutoFit/>
          </a:bodyPr>
          <a:lstStyle/>
          <a:p>
            <a:r>
              <a:rPr lang="en-US" sz="1400" b="1" dirty="0">
                <a:solidFill>
                  <a:schemeClr val="accent1"/>
                </a:solidFill>
              </a:rPr>
              <a:t>SOLUTION</a:t>
            </a:r>
            <a:endParaRPr lang="en-US" sz="1200" b="1" dirty="0">
              <a:solidFill>
                <a:schemeClr val="accent1"/>
              </a:solidFill>
            </a:endParaRPr>
          </a:p>
        </p:txBody>
      </p:sp>
      <p:sp>
        <p:nvSpPr>
          <p:cNvPr id="44" name="TextBox 43">
            <a:extLst>
              <a:ext uri="{FF2B5EF4-FFF2-40B4-BE49-F238E27FC236}">
                <a16:creationId xmlns:a16="http://schemas.microsoft.com/office/drawing/2014/main" id="{8C286234-DACA-45EC-9510-B66CD3A407E9}"/>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45" name="Text Placeholder 30">
            <a:extLst>
              <a:ext uri="{FF2B5EF4-FFF2-40B4-BE49-F238E27FC236}">
                <a16:creationId xmlns:a16="http://schemas.microsoft.com/office/drawing/2014/main" id="{63438D3A-FAB8-4CB4-95D9-B2C75A6B45B9}"/>
              </a:ext>
            </a:extLst>
          </p:cNvPr>
          <p:cNvSpPr>
            <a:spLocks noGrp="1"/>
          </p:cNvSpPr>
          <p:nvPr>
            <p:ph type="body" sz="quarter" idx="10" hasCustomPrompt="1"/>
          </p:nvPr>
        </p:nvSpPr>
        <p:spPr>
          <a:xfrm>
            <a:off x="441325" y="1552575"/>
            <a:ext cx="5545138" cy="841375"/>
          </a:xfrm>
          <a:prstGeom prst="rect">
            <a:avLst/>
          </a:prstGeom>
        </p:spPr>
        <p:txBody>
          <a:bodyPr/>
          <a:lstStyle>
            <a:lvl1pPr marL="0" indent="0">
              <a:buNone/>
              <a:defRPr sz="1000"/>
            </a:lvl1pPr>
          </a:lstStyle>
          <a:p>
            <a:pPr lvl="0"/>
            <a:r>
              <a:rPr lang="en-US" dirty="0"/>
              <a:t>Describe the industry/company that this use case applies to. Give a user persona and explain the user’s role within this company. Walk through the problem statement that the user is trying to solve. Include secondary users that will interact with product in an ancillary manner.</a:t>
            </a:r>
          </a:p>
          <a:p>
            <a:pPr lvl="0"/>
            <a:endParaRPr lang="en-US" dirty="0"/>
          </a:p>
        </p:txBody>
      </p:sp>
      <p:sp>
        <p:nvSpPr>
          <p:cNvPr id="46" name="Text Placeholder 32">
            <a:extLst>
              <a:ext uri="{FF2B5EF4-FFF2-40B4-BE49-F238E27FC236}">
                <a16:creationId xmlns:a16="http://schemas.microsoft.com/office/drawing/2014/main" id="{F7AC1D12-5D83-457C-9DE0-C74C7354BDB9}"/>
              </a:ext>
            </a:extLst>
          </p:cNvPr>
          <p:cNvSpPr>
            <a:spLocks noGrp="1"/>
          </p:cNvSpPr>
          <p:nvPr>
            <p:ph type="body" sz="quarter" idx="11" hasCustomPrompt="1"/>
          </p:nvPr>
        </p:nvSpPr>
        <p:spPr>
          <a:xfrm>
            <a:off x="431800" y="2781300"/>
            <a:ext cx="2768600" cy="2081213"/>
          </a:xfrm>
          <a:prstGeom prst="rect">
            <a:avLst/>
          </a:prstGeom>
        </p:spPr>
        <p:txBody>
          <a:bodyPr/>
          <a:lstStyle>
            <a:lvl1pPr marL="171450" indent="-171450">
              <a:lnSpc>
                <a:spcPct val="100000"/>
              </a:lnSpc>
              <a:spcBef>
                <a:spcPts val="0"/>
              </a:spcBef>
              <a:buClr>
                <a:schemeClr val="accent1"/>
              </a:buClr>
              <a:buFont typeface="Wingdings" panose="05000000000000000000" pitchFamily="2" charset="2"/>
              <a:buChar char="§"/>
              <a:defRPr sz="1000"/>
            </a:lvl1pPr>
          </a:lstStyle>
          <a:p>
            <a:pPr lvl="0"/>
            <a:r>
              <a:rPr lang="en-US" dirty="0"/>
              <a:t>Describe the current status of the problem and what the user would need to as inputs to the tool.</a:t>
            </a:r>
          </a:p>
          <a:p>
            <a:pPr lvl="0"/>
            <a:endParaRPr lang="en-US" dirty="0"/>
          </a:p>
        </p:txBody>
      </p:sp>
      <p:sp>
        <p:nvSpPr>
          <p:cNvPr id="47" name="Text Placeholder 32">
            <a:extLst>
              <a:ext uri="{FF2B5EF4-FFF2-40B4-BE49-F238E27FC236}">
                <a16:creationId xmlns:a16="http://schemas.microsoft.com/office/drawing/2014/main" id="{EEFE95B3-AA4A-45EB-9C5B-4454125F0245}"/>
              </a:ext>
            </a:extLst>
          </p:cNvPr>
          <p:cNvSpPr>
            <a:spLocks noGrp="1"/>
          </p:cNvSpPr>
          <p:nvPr>
            <p:ph type="body" sz="quarter" idx="12" hasCustomPrompt="1"/>
          </p:nvPr>
        </p:nvSpPr>
        <p:spPr>
          <a:xfrm>
            <a:off x="3223674" y="2810279"/>
            <a:ext cx="2768600" cy="2081213"/>
          </a:xfrm>
          <a:prstGeom prst="rect">
            <a:avLst/>
          </a:prstGeom>
        </p:spPr>
        <p:txBody>
          <a:bodyPr/>
          <a:lstStyle>
            <a:lvl1pPr marL="171450" indent="-171450">
              <a:lnSpc>
                <a:spcPct val="100000"/>
              </a:lnSpc>
              <a:spcBef>
                <a:spcPts val="0"/>
              </a:spcBef>
              <a:buClr>
                <a:schemeClr val="accent1"/>
              </a:buClr>
              <a:buFont typeface="Wingdings" panose="05000000000000000000" pitchFamily="2" charset="2"/>
              <a:buChar char="§"/>
              <a:defRPr sz="1000"/>
            </a:lvl1pPr>
          </a:lstStyle>
          <a:p>
            <a:pPr lvl="0"/>
            <a:r>
              <a:rPr lang="en-US" dirty="0"/>
              <a:t>Describe output of tool and usefulness of solution. Include what steps might follow.</a:t>
            </a:r>
          </a:p>
          <a:p>
            <a:pPr lvl="0"/>
            <a:endParaRPr lang="en-US" dirty="0"/>
          </a:p>
        </p:txBody>
      </p:sp>
      <p:sp>
        <p:nvSpPr>
          <p:cNvPr id="48" name="Text Placeholder 30">
            <a:extLst>
              <a:ext uri="{FF2B5EF4-FFF2-40B4-BE49-F238E27FC236}">
                <a16:creationId xmlns:a16="http://schemas.microsoft.com/office/drawing/2014/main" id="{4935C723-9F80-41B5-92AE-79ABE5650643}"/>
              </a:ext>
            </a:extLst>
          </p:cNvPr>
          <p:cNvSpPr>
            <a:spLocks noGrp="1"/>
          </p:cNvSpPr>
          <p:nvPr>
            <p:ph type="body" sz="quarter" idx="13" hasCustomPrompt="1"/>
          </p:nvPr>
        </p:nvSpPr>
        <p:spPr>
          <a:xfrm>
            <a:off x="440258" y="5324708"/>
            <a:ext cx="5545138" cy="994455"/>
          </a:xfrm>
          <a:prstGeom prst="rect">
            <a:avLst/>
          </a:prstGeom>
        </p:spPr>
        <p:txBody>
          <a:bodyPr/>
          <a:lstStyle>
            <a:lvl1pPr marL="0" indent="0">
              <a:buNone/>
              <a:defRPr sz="1000"/>
            </a:lvl1pPr>
          </a:lstStyle>
          <a:p>
            <a:pPr>
              <a:spcAft>
                <a:spcPts val="300"/>
              </a:spcAft>
              <a:buClr>
                <a:schemeClr val="accent2"/>
              </a:buClr>
            </a:pPr>
            <a:r>
              <a:rPr lang="en-US" sz="1000" kern="0" dirty="0">
                <a:solidFill>
                  <a:sysClr val="windowText" lastClr="000000"/>
                </a:solidFill>
              </a:rPr>
              <a:t>Walk through the steps taken to reach the solution. What tools are being used? What file formats are required? How long will this take? Describe the output of the tool and what format it is in and how it is disseminated. Is there any follow-up work needed on the solution?</a:t>
            </a:r>
          </a:p>
        </p:txBody>
      </p:sp>
      <p:sp>
        <p:nvSpPr>
          <p:cNvPr id="49" name="Text Placeholder 32">
            <a:extLst>
              <a:ext uri="{FF2B5EF4-FFF2-40B4-BE49-F238E27FC236}">
                <a16:creationId xmlns:a16="http://schemas.microsoft.com/office/drawing/2014/main" id="{1720C6E6-17FD-4EC9-8BEC-F187B99D0705}"/>
              </a:ext>
            </a:extLst>
          </p:cNvPr>
          <p:cNvSpPr>
            <a:spLocks noGrp="1"/>
          </p:cNvSpPr>
          <p:nvPr>
            <p:ph type="body" sz="quarter" idx="14" hasCustomPrompt="1"/>
          </p:nvPr>
        </p:nvSpPr>
        <p:spPr>
          <a:xfrm>
            <a:off x="6230467" y="1560124"/>
            <a:ext cx="5562599" cy="1117003"/>
          </a:xfrm>
          <a:prstGeom prst="rect">
            <a:avLst/>
          </a:prstGeom>
        </p:spPr>
        <p:txBody>
          <a:bodyPr/>
          <a:lstStyle>
            <a:lvl1pPr marL="171450" indent="-171450">
              <a:lnSpc>
                <a:spcPct val="100000"/>
              </a:lnSpc>
              <a:spcBef>
                <a:spcPts val="0"/>
              </a:spcBef>
              <a:buClr>
                <a:schemeClr val="accent1"/>
              </a:buClr>
              <a:buFont typeface="Wingdings" panose="05000000000000000000" pitchFamily="2" charset="2"/>
              <a:buChar char="§"/>
              <a:defRPr sz="1000"/>
            </a:lvl1pPr>
          </a:lstStyle>
          <a:p>
            <a:pPr lvl="0"/>
            <a:r>
              <a:rPr lang="en-US" dirty="0"/>
              <a:t>What is the current industry solution to this problem? Why is this tool significantly better? Is this a cheaper solution? Is this a more accurate solution? Is this a more efficient solution?</a:t>
            </a:r>
          </a:p>
          <a:p>
            <a:pPr lvl="0"/>
            <a:endParaRPr lang="en-US" dirty="0"/>
          </a:p>
        </p:txBody>
      </p:sp>
      <p:sp>
        <p:nvSpPr>
          <p:cNvPr id="50" name="Text Placeholder 30">
            <a:extLst>
              <a:ext uri="{FF2B5EF4-FFF2-40B4-BE49-F238E27FC236}">
                <a16:creationId xmlns:a16="http://schemas.microsoft.com/office/drawing/2014/main" id="{21BA1B64-5F45-4A6C-9364-90D59F7E21E5}"/>
              </a:ext>
            </a:extLst>
          </p:cNvPr>
          <p:cNvSpPr>
            <a:spLocks noGrp="1"/>
          </p:cNvSpPr>
          <p:nvPr>
            <p:ph type="body" sz="quarter" idx="15" hasCustomPrompt="1"/>
          </p:nvPr>
        </p:nvSpPr>
        <p:spPr>
          <a:xfrm>
            <a:off x="6233052" y="3102295"/>
            <a:ext cx="5545138" cy="1252715"/>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0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Company Type</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type of company would use this tool? (i.e. Large OEM or Small Manufacturer) </a:t>
            </a: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User Position</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position within a company is interfacing? (i.e. Procurement, Design Engineer, or Machinist) </a:t>
            </a: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Industry Segment</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industry segment will this impact? (i.e. Aerospace, Automotive, or Batch Manufacturing) </a:t>
            </a:r>
            <a:r>
              <a:rPr kumimoji="0" lang="en-US" sz="1000" b="1" i="0" u="none" strike="noStrike" kern="0" cap="none" spc="0" normalizeH="0" baseline="0" noProof="0" dirty="0">
                <a:ln>
                  <a:noFill/>
                </a:ln>
                <a:solidFill>
                  <a:srgbClr val="F7F8F9">
                    <a:lumMod val="10000"/>
                  </a:srgbClr>
                </a:solidFill>
                <a:effectLst/>
                <a:uLnTx/>
                <a:uFillTx/>
                <a:latin typeface="+mn-lt"/>
                <a:ea typeface="+mn-ea"/>
                <a:cs typeface="+mn-cs"/>
              </a:rPr>
              <a:t>Technology</a:t>
            </a:r>
            <a:r>
              <a:rPr kumimoji="0" lang="en-US" sz="1000" b="0" i="0" u="none" strike="noStrike" kern="0" cap="none" spc="0" normalizeH="0" baseline="0" noProof="0" dirty="0">
                <a:ln>
                  <a:noFill/>
                </a:ln>
                <a:solidFill>
                  <a:srgbClr val="F7F8F9">
                    <a:lumMod val="10000"/>
                  </a:srgbClr>
                </a:solidFill>
                <a:effectLst/>
                <a:uLnTx/>
                <a:uFillTx/>
                <a:latin typeface="+mn-lt"/>
                <a:ea typeface="+mn-ea"/>
                <a:cs typeface="+mn-cs"/>
              </a:rPr>
              <a:t>: What technology issue is addressed? (i.e. Supply Chain or CNC Machining)</a:t>
            </a:r>
          </a:p>
          <a:p>
            <a:pPr lvl="0"/>
            <a:endParaRPr lang="en-US" dirty="0"/>
          </a:p>
        </p:txBody>
      </p:sp>
      <p:sp>
        <p:nvSpPr>
          <p:cNvPr id="51" name="TextBox 50">
            <a:extLst>
              <a:ext uri="{FF2B5EF4-FFF2-40B4-BE49-F238E27FC236}">
                <a16:creationId xmlns:a16="http://schemas.microsoft.com/office/drawing/2014/main" id="{7B6A9022-9698-440F-B25A-4C8C3278C957}"/>
              </a:ext>
            </a:extLst>
          </p:cNvPr>
          <p:cNvSpPr txBox="1"/>
          <p:nvPr userDrawn="1"/>
        </p:nvSpPr>
        <p:spPr>
          <a:xfrm>
            <a:off x="344002" y="293077"/>
            <a:ext cx="8483475" cy="400110"/>
          </a:xfrm>
          <a:prstGeom prst="rect">
            <a:avLst/>
          </a:prstGeom>
          <a:noFill/>
        </p:spPr>
        <p:txBody>
          <a:bodyPr wrap="square" rtlCol="0" anchor="ctr">
            <a:spAutoFit/>
          </a:bodyPr>
          <a:lstStyle/>
          <a:p>
            <a:pPr algn="l"/>
            <a:r>
              <a:rPr lang="en-US" sz="2000" b="1" dirty="0">
                <a:solidFill>
                  <a:schemeClr val="tx1"/>
                </a:solidFill>
              </a:rPr>
              <a:t>PROJECT </a:t>
            </a:r>
          </a:p>
        </p:txBody>
      </p:sp>
      <p:sp>
        <p:nvSpPr>
          <p:cNvPr id="52" name="Text Placeholder 11">
            <a:extLst>
              <a:ext uri="{FF2B5EF4-FFF2-40B4-BE49-F238E27FC236}">
                <a16:creationId xmlns:a16="http://schemas.microsoft.com/office/drawing/2014/main" id="{A55F7B80-8D5E-44DC-A5B5-08B4AF5C621B}"/>
              </a:ext>
            </a:extLst>
          </p:cNvPr>
          <p:cNvSpPr>
            <a:spLocks noGrp="1"/>
          </p:cNvSpPr>
          <p:nvPr>
            <p:ph type="body" sz="quarter" idx="29" hasCustomPrompt="1"/>
          </p:nvPr>
        </p:nvSpPr>
        <p:spPr>
          <a:xfrm>
            <a:off x="1632247" y="293077"/>
            <a:ext cx="8969078" cy="404812"/>
          </a:xfrm>
          <a:prstGeom prst="rect">
            <a:avLst/>
          </a:prstGeom>
        </p:spPr>
        <p:txBody>
          <a:bodyPr anchor="ctr"/>
          <a:lstStyle>
            <a:lvl1pPr marL="0" indent="0">
              <a:buNone/>
              <a:defRPr sz="2000" b="1">
                <a:solidFill>
                  <a:schemeClr val="tx1"/>
                </a:solidFill>
              </a:defRPr>
            </a:lvl1pPr>
          </a:lstStyle>
          <a:p>
            <a:pPr lvl="0"/>
            <a:r>
              <a:rPr lang="en-US" dirty="0"/>
              <a:t>MxD XX-XX-XX | PROJECT TITLE</a:t>
            </a:r>
          </a:p>
        </p:txBody>
      </p:sp>
      <p:sp>
        <p:nvSpPr>
          <p:cNvPr id="53" name="Rectangle 52">
            <a:extLst>
              <a:ext uri="{FF2B5EF4-FFF2-40B4-BE49-F238E27FC236}">
                <a16:creationId xmlns:a16="http://schemas.microsoft.com/office/drawing/2014/main" id="{BDD3D596-2105-466A-A75C-63A2CBEC3A66}"/>
              </a:ext>
            </a:extLst>
          </p:cNvPr>
          <p:cNvSpPr/>
          <p:nvPr userDrawn="1"/>
        </p:nvSpPr>
        <p:spPr>
          <a:xfrm>
            <a:off x="423241" y="2513887"/>
            <a:ext cx="2756677" cy="2362456"/>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4" name="Rectangle 53">
            <a:extLst>
              <a:ext uri="{FF2B5EF4-FFF2-40B4-BE49-F238E27FC236}">
                <a16:creationId xmlns:a16="http://schemas.microsoft.com/office/drawing/2014/main" id="{895008E1-BBC5-45FB-8D97-2A8E43557244}"/>
              </a:ext>
            </a:extLst>
          </p:cNvPr>
          <p:cNvSpPr/>
          <p:nvPr userDrawn="1"/>
        </p:nvSpPr>
        <p:spPr>
          <a:xfrm>
            <a:off x="3233999" y="2511310"/>
            <a:ext cx="2749877" cy="236503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5" name="Rectangle 54">
            <a:extLst>
              <a:ext uri="{FF2B5EF4-FFF2-40B4-BE49-F238E27FC236}">
                <a16:creationId xmlns:a16="http://schemas.microsoft.com/office/drawing/2014/main" id="{09036E31-DC4D-4FEA-A037-DBE77B9502B0}"/>
              </a:ext>
            </a:extLst>
          </p:cNvPr>
          <p:cNvSpPr/>
          <p:nvPr userDrawn="1"/>
        </p:nvSpPr>
        <p:spPr>
          <a:xfrm>
            <a:off x="441777" y="1276545"/>
            <a:ext cx="5542101" cy="111700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6" name="Rectangle 55">
            <a:extLst>
              <a:ext uri="{FF2B5EF4-FFF2-40B4-BE49-F238E27FC236}">
                <a16:creationId xmlns:a16="http://schemas.microsoft.com/office/drawing/2014/main" id="{1CCD10C1-3E24-4327-B77C-8A8671F06FC9}"/>
              </a:ext>
            </a:extLst>
          </p:cNvPr>
          <p:cNvSpPr/>
          <p:nvPr userDrawn="1"/>
        </p:nvSpPr>
        <p:spPr>
          <a:xfrm>
            <a:off x="6225302" y="1273178"/>
            <a:ext cx="5560639" cy="140394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7" name="Rectangle 56">
            <a:extLst>
              <a:ext uri="{FF2B5EF4-FFF2-40B4-BE49-F238E27FC236}">
                <a16:creationId xmlns:a16="http://schemas.microsoft.com/office/drawing/2014/main" id="{50347D7E-EF8A-4FEB-938F-DAA0D401E5F7}"/>
              </a:ext>
            </a:extLst>
          </p:cNvPr>
          <p:cNvSpPr/>
          <p:nvPr userDrawn="1"/>
        </p:nvSpPr>
        <p:spPr>
          <a:xfrm>
            <a:off x="6236660" y="2793948"/>
            <a:ext cx="5560639" cy="156743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8" name="Rectangle 57">
            <a:extLst>
              <a:ext uri="{FF2B5EF4-FFF2-40B4-BE49-F238E27FC236}">
                <a16:creationId xmlns:a16="http://schemas.microsoft.com/office/drawing/2014/main" id="{4521F16D-7AFC-4A87-A663-7476BFD6A719}"/>
              </a:ext>
            </a:extLst>
          </p:cNvPr>
          <p:cNvSpPr/>
          <p:nvPr userDrawn="1"/>
        </p:nvSpPr>
        <p:spPr>
          <a:xfrm>
            <a:off x="429837" y="5029191"/>
            <a:ext cx="5542101" cy="1269850"/>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9" name="Text Placeholder 44">
            <a:extLst>
              <a:ext uri="{FF2B5EF4-FFF2-40B4-BE49-F238E27FC236}">
                <a16:creationId xmlns:a16="http://schemas.microsoft.com/office/drawing/2014/main" id="{614E07C3-5FF6-42C2-AD75-ACA2846E1698}"/>
              </a:ext>
            </a:extLst>
          </p:cNvPr>
          <p:cNvSpPr>
            <a:spLocks noGrp="1"/>
          </p:cNvSpPr>
          <p:nvPr>
            <p:ph type="body" sz="quarter" idx="31" hasCustomPrompt="1"/>
          </p:nvPr>
        </p:nvSpPr>
        <p:spPr>
          <a:xfrm>
            <a:off x="473813" y="719068"/>
            <a:ext cx="11388725" cy="4968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solidFill>
                  <a:schemeClr val="tx2"/>
                </a:solidFill>
              </a:defRPr>
            </a:lvl1pPr>
            <a:lvl2pPr>
              <a:defRPr sz="1100" b="1">
                <a:solidFill>
                  <a:schemeClr val="bg1"/>
                </a:solidFill>
              </a:defRPr>
            </a:lvl2pPr>
            <a:lvl3pPr>
              <a:defRPr sz="1050" b="1">
                <a:solidFill>
                  <a:schemeClr val="bg1"/>
                </a:solidFill>
              </a:defRPr>
            </a:lvl3pPr>
            <a:lvl4pPr>
              <a:defRPr sz="1000" b="1">
                <a:solidFill>
                  <a:schemeClr val="bg1"/>
                </a:solidFill>
              </a:defRPr>
            </a:lvl4pPr>
            <a:lvl5pPr>
              <a:defRPr sz="1000" b="1">
                <a:solidFill>
                  <a:schemeClr val="bg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Primary Use Case “As a _____, I want to (better/faster/etc.) _______ in order to ______.” </a:t>
            </a:r>
          </a:p>
        </p:txBody>
      </p:sp>
      <p:sp>
        <p:nvSpPr>
          <p:cNvPr id="60" name="Picture Placeholder 46">
            <a:extLst>
              <a:ext uri="{FF2B5EF4-FFF2-40B4-BE49-F238E27FC236}">
                <a16:creationId xmlns:a16="http://schemas.microsoft.com/office/drawing/2014/main" id="{0B790153-049D-4E85-9B47-85027611BEBD}"/>
              </a:ext>
            </a:extLst>
          </p:cNvPr>
          <p:cNvSpPr>
            <a:spLocks noGrp="1"/>
          </p:cNvSpPr>
          <p:nvPr>
            <p:ph type="pic" sz="quarter" idx="32"/>
          </p:nvPr>
        </p:nvSpPr>
        <p:spPr>
          <a:xfrm>
            <a:off x="6202366" y="4478207"/>
            <a:ext cx="2625111" cy="1795463"/>
          </a:xfrm>
          <a:prstGeom prst="rect">
            <a:avLst/>
          </a:prstGeom>
        </p:spPr>
        <p:txBody>
          <a:bodyPr/>
          <a:lstStyle/>
          <a:p>
            <a:endParaRPr lang="en-US"/>
          </a:p>
        </p:txBody>
      </p:sp>
      <p:sp>
        <p:nvSpPr>
          <p:cNvPr id="61" name="Picture Placeholder 46">
            <a:extLst>
              <a:ext uri="{FF2B5EF4-FFF2-40B4-BE49-F238E27FC236}">
                <a16:creationId xmlns:a16="http://schemas.microsoft.com/office/drawing/2014/main" id="{DB1B558A-A7B1-4282-8B2A-1083A2B94FBA}"/>
              </a:ext>
            </a:extLst>
          </p:cNvPr>
          <p:cNvSpPr>
            <a:spLocks noGrp="1"/>
          </p:cNvSpPr>
          <p:nvPr>
            <p:ph type="pic" sz="quarter" idx="33"/>
          </p:nvPr>
        </p:nvSpPr>
        <p:spPr>
          <a:xfrm>
            <a:off x="9126630" y="4478207"/>
            <a:ext cx="2625111" cy="1795463"/>
          </a:xfrm>
          <a:prstGeom prst="rect">
            <a:avLst/>
          </a:prstGeom>
        </p:spPr>
        <p:txBody>
          <a:bodyPr/>
          <a:lstStyle/>
          <a:p>
            <a:endParaRPr lang="en-US"/>
          </a:p>
        </p:txBody>
      </p:sp>
    </p:spTree>
    <p:extLst>
      <p:ext uri="{BB962C8B-B14F-4D97-AF65-F5344CB8AC3E}">
        <p14:creationId xmlns:p14="http://schemas.microsoft.com/office/powerpoint/2010/main" val="2403279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National Center  for Cybersecurity">
            <a:extLst>
              <a:ext uri="{FF2B5EF4-FFF2-40B4-BE49-F238E27FC236}">
                <a16:creationId xmlns:a16="http://schemas.microsoft.com/office/drawing/2014/main" id="{A00ABFA7-3303-4B42-97F5-692199CF4D61}"/>
              </a:ext>
            </a:extLst>
          </p:cNvPr>
          <p:cNvSpPr txBox="1"/>
          <p:nvPr userDrawn="1"/>
        </p:nvSpPr>
        <p:spPr>
          <a:xfrm>
            <a:off x="289957" y="189483"/>
            <a:ext cx="6912506" cy="5050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pPr algn="l">
              <a:lnSpc>
                <a:spcPct val="120000"/>
              </a:lnSpc>
              <a:defRPr sz="6000">
                <a:solidFill>
                  <a:srgbClr val="DA373A"/>
                </a:solidFill>
                <a:latin typeface="Arial"/>
                <a:ea typeface="Arial"/>
                <a:cs typeface="Arial"/>
                <a:sym typeface="Arial"/>
              </a:defRPr>
            </a:pPr>
            <a:endParaRPr lang="en-US" sz="2400" b="1" dirty="0"/>
          </a:p>
        </p:txBody>
      </p:sp>
      <p:pic>
        <p:nvPicPr>
          <p:cNvPr id="4" name="hero-image.jpg" descr="hero-image.jpg">
            <a:extLst>
              <a:ext uri="{FF2B5EF4-FFF2-40B4-BE49-F238E27FC236}">
                <a16:creationId xmlns:a16="http://schemas.microsoft.com/office/drawing/2014/main" id="{DC3671D4-4AF7-432B-B1A6-FD4DA360E21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8131126" y="0"/>
            <a:ext cx="4060874" cy="6863675"/>
          </a:xfrm>
          <a:prstGeom prst="rect">
            <a:avLst/>
          </a:prstGeom>
          <a:ln w="12700">
            <a:miter lim="400000"/>
          </a:ln>
        </p:spPr>
      </p:pic>
      <p:sp>
        <p:nvSpPr>
          <p:cNvPr id="6" name="TextBox 5">
            <a:extLst>
              <a:ext uri="{FF2B5EF4-FFF2-40B4-BE49-F238E27FC236}">
                <a16:creationId xmlns:a16="http://schemas.microsoft.com/office/drawing/2014/main" id="{5D67FB05-E9CE-418D-B3C9-0F2BCDB43376}"/>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7" name="Rectangle 6">
            <a:extLst>
              <a:ext uri="{FF2B5EF4-FFF2-40B4-BE49-F238E27FC236}">
                <a16:creationId xmlns:a16="http://schemas.microsoft.com/office/drawing/2014/main" id="{D9D3D04C-5DAC-4949-BB1C-DD1991EBFE0B}"/>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69C48EC-30F2-4C51-A4B1-E7BFDEB68959}"/>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B660B6F8-989E-4727-B74C-FCD76310E626}"/>
              </a:ext>
            </a:extLst>
          </p:cNvPr>
          <p:cNvSpPr>
            <a:spLocks noGrp="1"/>
          </p:cNvSpPr>
          <p:nvPr>
            <p:ph type="body" sz="quarter" idx="10" hasCustomPrompt="1"/>
          </p:nvPr>
        </p:nvSpPr>
        <p:spPr>
          <a:xfrm>
            <a:off x="366713" y="693738"/>
            <a:ext cx="7243762" cy="1027112"/>
          </a:xfrm>
          <a:prstGeom prst="rect">
            <a:avLst/>
          </a:prstGeom>
        </p:spPr>
        <p:txBody>
          <a:bodyPr/>
          <a:lstStyle>
            <a:lvl1pPr marL="171450" indent="-171450">
              <a:spcBef>
                <a:spcPts val="0"/>
              </a:spcBef>
              <a:buClr>
                <a:schemeClr val="accent1"/>
              </a:buClr>
              <a:buFont typeface="Wingdings" panose="05000000000000000000" pitchFamily="2" charset="2"/>
              <a:buChar char="§"/>
              <a:defRPr sz="1200">
                <a:solidFill>
                  <a:schemeClr val="tx2"/>
                </a:solidFill>
              </a:defRPr>
            </a:lvl1pPr>
            <a:lvl2pPr>
              <a:defRPr sz="1100">
                <a:solidFill>
                  <a:schemeClr val="tx2"/>
                </a:solidFill>
              </a:defRPr>
            </a:lvl2pPr>
            <a:lvl3pPr>
              <a:defRPr sz="1050">
                <a:solidFill>
                  <a:schemeClr val="tx2"/>
                </a:solidFill>
              </a:defRPr>
            </a:lvl3pPr>
            <a:lvl4pPr>
              <a:defRPr sz="1000">
                <a:solidFill>
                  <a:schemeClr val="tx2"/>
                </a:solidFill>
              </a:defRPr>
            </a:lvl4pPr>
            <a:lvl5pPr>
              <a:defRPr sz="1000">
                <a:solidFill>
                  <a:schemeClr val="tx2"/>
                </a:solidFill>
              </a:defRPr>
            </a:lvl5pPr>
          </a:lstStyle>
          <a:p>
            <a:pPr lvl="0"/>
            <a:r>
              <a:rPr lang="en-US" dirty="0"/>
              <a:t>What did the team plan to do this past quarter? What did the team accomplish this past quarter? How do these technical progress details tie into the overall solution? What is the connection of each task to the end goal? Opportunity for demonstration of project work</a:t>
            </a:r>
          </a:p>
        </p:txBody>
      </p:sp>
      <p:sp>
        <p:nvSpPr>
          <p:cNvPr id="12" name="Table Placeholder 11">
            <a:extLst>
              <a:ext uri="{FF2B5EF4-FFF2-40B4-BE49-F238E27FC236}">
                <a16:creationId xmlns:a16="http://schemas.microsoft.com/office/drawing/2014/main" id="{2BB1F510-3470-4005-A86A-208956086DB4}"/>
              </a:ext>
            </a:extLst>
          </p:cNvPr>
          <p:cNvSpPr>
            <a:spLocks noGrp="1"/>
          </p:cNvSpPr>
          <p:nvPr>
            <p:ph type="tbl" sz="quarter" idx="11" hasCustomPrompt="1"/>
          </p:nvPr>
        </p:nvSpPr>
        <p:spPr>
          <a:xfrm>
            <a:off x="366713" y="2682707"/>
            <a:ext cx="7243762" cy="3817938"/>
          </a:xfrm>
          <a:prstGeom prst="rect">
            <a:avLst/>
          </a:prstGeom>
        </p:spPr>
        <p:txBody>
          <a:bodyPr/>
          <a:lstStyle>
            <a:lvl1pPr>
              <a:defRPr/>
            </a:lvl1pPr>
          </a:lstStyle>
          <a:p>
            <a:r>
              <a:rPr lang="en-US" dirty="0"/>
              <a:t>Table</a:t>
            </a:r>
          </a:p>
        </p:txBody>
      </p:sp>
      <p:sp>
        <p:nvSpPr>
          <p:cNvPr id="15" name="Text Placeholder 14">
            <a:extLst>
              <a:ext uri="{FF2B5EF4-FFF2-40B4-BE49-F238E27FC236}">
                <a16:creationId xmlns:a16="http://schemas.microsoft.com/office/drawing/2014/main" id="{981F69D0-5DCF-4541-9C56-0F859655A58C}"/>
              </a:ext>
            </a:extLst>
          </p:cNvPr>
          <p:cNvSpPr>
            <a:spLocks noGrp="1"/>
          </p:cNvSpPr>
          <p:nvPr>
            <p:ph type="body" sz="quarter" idx="12" hasCustomPrompt="1"/>
          </p:nvPr>
        </p:nvSpPr>
        <p:spPr>
          <a:xfrm>
            <a:off x="290513" y="187325"/>
            <a:ext cx="7319962" cy="433388"/>
          </a:xfrm>
          <a:prstGeom prst="rect">
            <a:avLst/>
          </a:prstGeom>
        </p:spPr>
        <p:txBody>
          <a:bodyPr/>
          <a:lstStyle>
            <a:lvl1pPr marL="0" indent="0">
              <a:buNone/>
              <a:defRPr b="1">
                <a:solidFill>
                  <a:schemeClr val="accent1"/>
                </a:solidFill>
              </a:defRPr>
            </a:lvl1pPr>
            <a:lvl2pPr marL="457200" indent="0">
              <a:buNone/>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EDIT TITLE</a:t>
            </a:r>
          </a:p>
        </p:txBody>
      </p:sp>
    </p:spTree>
    <p:extLst>
      <p:ext uri="{BB962C8B-B14F-4D97-AF65-F5344CB8AC3E}">
        <p14:creationId xmlns:p14="http://schemas.microsoft.com/office/powerpoint/2010/main" val="1363819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eneral Bullets_whi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11FA36-90B5-4A45-B64F-2210592F33E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C4CF61DD-73C3-4617-AEC8-F5829655DDCD}"/>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6" name="Rectangle 5">
            <a:extLst>
              <a:ext uri="{FF2B5EF4-FFF2-40B4-BE49-F238E27FC236}">
                <a16:creationId xmlns:a16="http://schemas.microsoft.com/office/drawing/2014/main" id="{A8127EF5-BA44-4EFE-9086-D57FB6AB0498}"/>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2A736E-ACF3-4013-9F27-7F73D141973F}"/>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12" name="Text Placeholder 14">
            <a:extLst>
              <a:ext uri="{FF2B5EF4-FFF2-40B4-BE49-F238E27FC236}">
                <a16:creationId xmlns:a16="http://schemas.microsoft.com/office/drawing/2014/main" id="{52F4D0F4-DB00-43C4-A759-3A36741B73B8}"/>
              </a:ext>
            </a:extLst>
          </p:cNvPr>
          <p:cNvSpPr>
            <a:spLocks noGrp="1"/>
          </p:cNvSpPr>
          <p:nvPr>
            <p:ph type="body" sz="quarter" idx="12" hasCustomPrompt="1"/>
          </p:nvPr>
        </p:nvSpPr>
        <p:spPr>
          <a:xfrm>
            <a:off x="290513" y="187325"/>
            <a:ext cx="7319962" cy="433388"/>
          </a:xfrm>
          <a:prstGeom prst="rect">
            <a:avLst/>
          </a:prstGeom>
        </p:spPr>
        <p:txBody>
          <a:bodyPr/>
          <a:lstStyle>
            <a:lvl1pPr marL="0" indent="0">
              <a:buNone/>
              <a:defRPr b="1">
                <a:solidFill>
                  <a:schemeClr val="accent1"/>
                </a:solidFill>
              </a:defRPr>
            </a:lvl1pPr>
            <a:lvl2pPr marL="457200" indent="0">
              <a:buNone/>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EDIT TITLE</a:t>
            </a:r>
          </a:p>
        </p:txBody>
      </p:sp>
      <p:sp>
        <p:nvSpPr>
          <p:cNvPr id="14" name="Content Placeholder 13">
            <a:extLst>
              <a:ext uri="{FF2B5EF4-FFF2-40B4-BE49-F238E27FC236}">
                <a16:creationId xmlns:a16="http://schemas.microsoft.com/office/drawing/2014/main" id="{1DB41480-3534-4847-B890-492B50ED4FE1}"/>
              </a:ext>
            </a:extLst>
          </p:cNvPr>
          <p:cNvSpPr>
            <a:spLocks noGrp="1"/>
          </p:cNvSpPr>
          <p:nvPr>
            <p:ph sz="quarter" idx="13"/>
          </p:nvPr>
        </p:nvSpPr>
        <p:spPr>
          <a:xfrm>
            <a:off x="999279" y="1366838"/>
            <a:ext cx="9999662" cy="4725987"/>
          </a:xfrm>
          <a:prstGeom prst="rect">
            <a:avLst/>
          </a:prstGeom>
        </p:spPr>
        <p:txBody>
          <a:bodyPr/>
          <a:lstStyle>
            <a:lvl1pPr marL="228600" indent="-228600">
              <a:buClr>
                <a:schemeClr val="accent1"/>
              </a:buClr>
              <a:buFont typeface="Wingdings" panose="05000000000000000000" pitchFamily="2" charset="2"/>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50477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eneral Bullets_black">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463F11-BCE8-4F67-BC7D-9A4130F9255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30" y="0"/>
            <a:ext cx="12192000" cy="6858000"/>
          </a:xfrm>
          <a:prstGeom prst="rect">
            <a:avLst/>
          </a:prstGeom>
        </p:spPr>
      </p:pic>
      <p:sp>
        <p:nvSpPr>
          <p:cNvPr id="5" name="TextBox 4">
            <a:extLst>
              <a:ext uri="{FF2B5EF4-FFF2-40B4-BE49-F238E27FC236}">
                <a16:creationId xmlns:a16="http://schemas.microsoft.com/office/drawing/2014/main" id="{C4CF61DD-73C3-4617-AEC8-F5829655DDCD}"/>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6" name="Rectangle 5">
            <a:extLst>
              <a:ext uri="{FF2B5EF4-FFF2-40B4-BE49-F238E27FC236}">
                <a16:creationId xmlns:a16="http://schemas.microsoft.com/office/drawing/2014/main" id="{A8127EF5-BA44-4EFE-9086-D57FB6AB0498}"/>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2A736E-ACF3-4013-9F27-7F73D141973F}"/>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12" name="Text Placeholder 14">
            <a:extLst>
              <a:ext uri="{FF2B5EF4-FFF2-40B4-BE49-F238E27FC236}">
                <a16:creationId xmlns:a16="http://schemas.microsoft.com/office/drawing/2014/main" id="{52F4D0F4-DB00-43C4-A759-3A36741B73B8}"/>
              </a:ext>
            </a:extLst>
          </p:cNvPr>
          <p:cNvSpPr>
            <a:spLocks noGrp="1"/>
          </p:cNvSpPr>
          <p:nvPr>
            <p:ph type="body" sz="quarter" idx="12" hasCustomPrompt="1"/>
          </p:nvPr>
        </p:nvSpPr>
        <p:spPr>
          <a:xfrm>
            <a:off x="290513" y="187325"/>
            <a:ext cx="7319962" cy="433388"/>
          </a:xfrm>
          <a:prstGeom prst="rect">
            <a:avLst/>
          </a:prstGeom>
        </p:spPr>
        <p:txBody>
          <a:bodyPr/>
          <a:lstStyle>
            <a:lvl1pPr marL="0" indent="0">
              <a:buNone/>
              <a:defRPr b="1">
                <a:solidFill>
                  <a:schemeClr val="bg1"/>
                </a:solidFill>
              </a:defRPr>
            </a:lvl1pPr>
            <a:lvl2pPr marL="457200" indent="0">
              <a:buNone/>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EDIT TITLE</a:t>
            </a:r>
          </a:p>
        </p:txBody>
      </p:sp>
      <p:sp>
        <p:nvSpPr>
          <p:cNvPr id="14" name="Content Placeholder 13">
            <a:extLst>
              <a:ext uri="{FF2B5EF4-FFF2-40B4-BE49-F238E27FC236}">
                <a16:creationId xmlns:a16="http://schemas.microsoft.com/office/drawing/2014/main" id="{1DB41480-3534-4847-B890-492B50ED4FE1}"/>
              </a:ext>
            </a:extLst>
          </p:cNvPr>
          <p:cNvSpPr>
            <a:spLocks noGrp="1"/>
          </p:cNvSpPr>
          <p:nvPr>
            <p:ph sz="quarter" idx="13"/>
          </p:nvPr>
        </p:nvSpPr>
        <p:spPr>
          <a:xfrm>
            <a:off x="999279" y="1366838"/>
            <a:ext cx="9999662" cy="4725987"/>
          </a:xfrm>
          <a:prstGeom prst="rect">
            <a:avLst/>
          </a:prstGeom>
        </p:spPr>
        <p:txBody>
          <a:bodyPr/>
          <a:lstStyle>
            <a:lvl1pPr marL="228600" indent="-228600">
              <a:buClr>
                <a:schemeClr val="accent1"/>
              </a:buClr>
              <a:buFont typeface="Wingdings" panose="05000000000000000000" pitchFamily="2" charset="2"/>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074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urndown Chart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FC045C-11A9-49BF-9E25-705B1A222D0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30" y="0"/>
            <a:ext cx="12192000" cy="6858000"/>
          </a:xfrm>
          <a:prstGeom prst="rect">
            <a:avLst/>
          </a:prstGeom>
        </p:spPr>
      </p:pic>
      <p:sp>
        <p:nvSpPr>
          <p:cNvPr id="4" name="TextBox 3">
            <a:extLst>
              <a:ext uri="{FF2B5EF4-FFF2-40B4-BE49-F238E27FC236}">
                <a16:creationId xmlns:a16="http://schemas.microsoft.com/office/drawing/2014/main" id="{78724575-F8B7-4530-9BC1-40EAACFF62D5}"/>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5" name="Rectangle 4">
            <a:extLst>
              <a:ext uri="{FF2B5EF4-FFF2-40B4-BE49-F238E27FC236}">
                <a16:creationId xmlns:a16="http://schemas.microsoft.com/office/drawing/2014/main" id="{7282E33B-5C34-4A05-85AD-3D0F6A395F99}"/>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D2FB454-5C62-4B06-BA69-C3C3D072EAAF}"/>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9" name="Chart Placeholder 8">
            <a:extLst>
              <a:ext uri="{FF2B5EF4-FFF2-40B4-BE49-F238E27FC236}">
                <a16:creationId xmlns:a16="http://schemas.microsoft.com/office/drawing/2014/main" id="{9F906FA2-8C22-4A4D-B539-0B9CEF77CB0A}"/>
              </a:ext>
            </a:extLst>
          </p:cNvPr>
          <p:cNvSpPr>
            <a:spLocks noGrp="1"/>
          </p:cNvSpPr>
          <p:nvPr>
            <p:ph type="chart" sz="quarter" idx="10" hasCustomPrompt="1"/>
          </p:nvPr>
        </p:nvSpPr>
        <p:spPr>
          <a:xfrm>
            <a:off x="1033463" y="1366838"/>
            <a:ext cx="9999662" cy="4725987"/>
          </a:xfrm>
          <a:prstGeom prst="rect">
            <a:avLst/>
          </a:prstGeom>
        </p:spPr>
        <p:txBody>
          <a:bodyPr/>
          <a:lstStyle>
            <a:lvl1pPr>
              <a:defRPr>
                <a:solidFill>
                  <a:schemeClr val="bg1"/>
                </a:solidFill>
              </a:defRPr>
            </a:lvl1pPr>
          </a:lstStyle>
          <a:p>
            <a:r>
              <a:rPr lang="en-US" dirty="0"/>
              <a:t>Burndown charts </a:t>
            </a:r>
          </a:p>
        </p:txBody>
      </p:sp>
      <p:sp>
        <p:nvSpPr>
          <p:cNvPr id="10" name="Text Placeholder 14">
            <a:extLst>
              <a:ext uri="{FF2B5EF4-FFF2-40B4-BE49-F238E27FC236}">
                <a16:creationId xmlns:a16="http://schemas.microsoft.com/office/drawing/2014/main" id="{600606ED-5F82-4391-B23A-03CD7CD9037D}"/>
              </a:ext>
            </a:extLst>
          </p:cNvPr>
          <p:cNvSpPr>
            <a:spLocks noGrp="1"/>
          </p:cNvSpPr>
          <p:nvPr>
            <p:ph type="body" sz="quarter" idx="12" hasCustomPrompt="1"/>
          </p:nvPr>
        </p:nvSpPr>
        <p:spPr>
          <a:xfrm>
            <a:off x="290513" y="187325"/>
            <a:ext cx="7319962" cy="433388"/>
          </a:xfrm>
          <a:prstGeom prst="rect">
            <a:avLst/>
          </a:prstGeom>
        </p:spPr>
        <p:txBody>
          <a:bodyPr/>
          <a:lstStyle>
            <a:lvl1pPr marL="0" indent="0">
              <a:buNone/>
              <a:defRPr b="1">
                <a:solidFill>
                  <a:schemeClr val="bg1"/>
                </a:solidFill>
              </a:defRPr>
            </a:lvl1pPr>
            <a:lvl2pPr marL="457200" indent="0">
              <a:buNone/>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EDIT TITLE</a:t>
            </a:r>
          </a:p>
        </p:txBody>
      </p:sp>
    </p:spTree>
    <p:extLst>
      <p:ext uri="{BB962C8B-B14F-4D97-AF65-F5344CB8AC3E}">
        <p14:creationId xmlns:p14="http://schemas.microsoft.com/office/powerpoint/2010/main" val="10888002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C97D8D-2045-4892-B95A-AD927FD89D0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5BB9E932-F864-4C1A-AA70-892DF59D3B93}"/>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60000"/>
                    <a:lumOff val="40000"/>
                  </a:schemeClr>
                </a:solidFill>
                <a:latin typeface="Arial" panose="020B0604020202020204" pitchFamily="34" charset="0"/>
                <a:cs typeface="Arial" panose="020B0604020202020204" pitchFamily="34" charset="0"/>
              </a:rPr>
              <a:t>MxD</a:t>
            </a:r>
            <a:r>
              <a:rPr lang="en-US" sz="800" dirty="0">
                <a:solidFill>
                  <a:schemeClr val="accent5">
                    <a:lumMod val="60000"/>
                    <a:lumOff val="40000"/>
                  </a:schemeClr>
                </a:solidFill>
                <a:latin typeface="Arial" panose="020B0604020202020204" pitchFamily="34" charset="0"/>
                <a:cs typeface="Arial" panose="020B0604020202020204" pitchFamily="34" charset="0"/>
              </a:rPr>
              <a:t> Proprietary: Do Not Distribute</a:t>
            </a:r>
          </a:p>
        </p:txBody>
      </p:sp>
      <p:sp>
        <p:nvSpPr>
          <p:cNvPr id="5" name="Rectangle 4">
            <a:extLst>
              <a:ext uri="{FF2B5EF4-FFF2-40B4-BE49-F238E27FC236}">
                <a16:creationId xmlns:a16="http://schemas.microsoft.com/office/drawing/2014/main" id="{EBDD4C23-0B3E-4714-80F8-9EDE4BC50FD7}"/>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7D741D5-E82C-44C0-B333-06FB4E902954}"/>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8" name="Text Placeholder 14">
            <a:extLst>
              <a:ext uri="{FF2B5EF4-FFF2-40B4-BE49-F238E27FC236}">
                <a16:creationId xmlns:a16="http://schemas.microsoft.com/office/drawing/2014/main" id="{9C141BEE-3499-4C93-A480-375139A50262}"/>
              </a:ext>
            </a:extLst>
          </p:cNvPr>
          <p:cNvSpPr>
            <a:spLocks noGrp="1"/>
          </p:cNvSpPr>
          <p:nvPr>
            <p:ph type="body" sz="quarter" idx="12" hasCustomPrompt="1"/>
          </p:nvPr>
        </p:nvSpPr>
        <p:spPr>
          <a:xfrm>
            <a:off x="290513" y="187325"/>
            <a:ext cx="7319962" cy="433388"/>
          </a:xfrm>
          <a:prstGeom prst="rect">
            <a:avLst/>
          </a:prstGeom>
        </p:spPr>
        <p:txBody>
          <a:bodyPr/>
          <a:lstStyle>
            <a:lvl1pPr marL="0" indent="0">
              <a:buNone/>
              <a:defRPr b="1">
                <a:solidFill>
                  <a:schemeClr val="accent1"/>
                </a:solidFill>
              </a:defRPr>
            </a:lvl1pPr>
            <a:lvl2pPr marL="457200" indent="0">
              <a:buNone/>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EDIT TITLE</a:t>
            </a:r>
          </a:p>
        </p:txBody>
      </p:sp>
    </p:spTree>
    <p:extLst>
      <p:ext uri="{BB962C8B-B14F-4D97-AF65-F5344CB8AC3E}">
        <p14:creationId xmlns:p14="http://schemas.microsoft.com/office/powerpoint/2010/main" val="2565163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95A38E-4BBE-407C-9263-A072C3362BC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30" y="0"/>
            <a:ext cx="12192000" cy="6858000"/>
          </a:xfrm>
          <a:prstGeom prst="rect">
            <a:avLst/>
          </a:prstGeom>
        </p:spPr>
      </p:pic>
      <p:sp>
        <p:nvSpPr>
          <p:cNvPr id="4" name="TextBox 3">
            <a:extLst>
              <a:ext uri="{FF2B5EF4-FFF2-40B4-BE49-F238E27FC236}">
                <a16:creationId xmlns:a16="http://schemas.microsoft.com/office/drawing/2014/main" id="{F596EF0B-37BD-4338-8399-1EA850679918}"/>
              </a:ext>
            </a:extLst>
          </p:cNvPr>
          <p:cNvSpPr txBox="1"/>
          <p:nvPr userDrawn="1"/>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5" name="Rectangle 4">
            <a:extLst>
              <a:ext uri="{FF2B5EF4-FFF2-40B4-BE49-F238E27FC236}">
                <a16:creationId xmlns:a16="http://schemas.microsoft.com/office/drawing/2014/main" id="{6D578FD4-D9D1-473A-875D-7AD2A98E1A72}"/>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7FB63D-0495-4340-BBD7-7AA51975CB8A}"/>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8" name="Text Placeholder 14">
            <a:extLst>
              <a:ext uri="{FF2B5EF4-FFF2-40B4-BE49-F238E27FC236}">
                <a16:creationId xmlns:a16="http://schemas.microsoft.com/office/drawing/2014/main" id="{B0034B42-3FCE-4D93-B9CE-F5D5D8FA9B59}"/>
              </a:ext>
            </a:extLst>
          </p:cNvPr>
          <p:cNvSpPr>
            <a:spLocks noGrp="1"/>
          </p:cNvSpPr>
          <p:nvPr>
            <p:ph type="body" sz="quarter" idx="12" hasCustomPrompt="1"/>
          </p:nvPr>
        </p:nvSpPr>
        <p:spPr>
          <a:xfrm>
            <a:off x="290513" y="187325"/>
            <a:ext cx="7319962" cy="433388"/>
          </a:xfrm>
          <a:prstGeom prst="rect">
            <a:avLst/>
          </a:prstGeom>
        </p:spPr>
        <p:txBody>
          <a:bodyPr/>
          <a:lstStyle>
            <a:lvl1pPr marL="0" indent="0">
              <a:buNone/>
              <a:defRPr b="1">
                <a:solidFill>
                  <a:schemeClr val="bg1"/>
                </a:solidFill>
              </a:defRPr>
            </a:lvl1pPr>
            <a:lvl2pPr marL="457200" indent="0">
              <a:buNone/>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EDIT TITLE</a:t>
            </a:r>
          </a:p>
        </p:txBody>
      </p:sp>
    </p:spTree>
    <p:extLst>
      <p:ext uri="{BB962C8B-B14F-4D97-AF65-F5344CB8AC3E}">
        <p14:creationId xmlns:p14="http://schemas.microsoft.com/office/powerpoint/2010/main" val="12215422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E7FD8E-ED3F-496C-B7DB-7E823252BC6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4591878" cy="6858000"/>
          </a:xfrm>
          <a:prstGeom prst="rect">
            <a:avLst/>
          </a:prstGeom>
        </p:spPr>
      </p:pic>
      <p:sp>
        <p:nvSpPr>
          <p:cNvPr id="5" name="Rectangle 4">
            <a:extLst>
              <a:ext uri="{FF2B5EF4-FFF2-40B4-BE49-F238E27FC236}">
                <a16:creationId xmlns:a16="http://schemas.microsoft.com/office/drawing/2014/main" id="{F7BB191D-A5F1-419E-956B-53BCBF444791}"/>
              </a:ext>
            </a:extLst>
          </p:cNvPr>
          <p:cNvSpPr/>
          <p:nvPr userDrawn="1"/>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5BFC400-148B-483F-B418-0ADEA5575B20}"/>
              </a:ext>
            </a:extLst>
          </p:cNvPr>
          <p:cNvSpPr txBox="1"/>
          <p:nvPr userDrawn="1"/>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a:t>
            </a:fld>
            <a:endParaRPr lang="en-US" sz="2400" b="1" dirty="0">
              <a:solidFill>
                <a:schemeClr val="bg1"/>
              </a:solidFill>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2B948B48-2291-4029-9AF8-38902789EC27}"/>
              </a:ext>
            </a:extLst>
          </p:cNvPr>
          <p:cNvSpPr>
            <a:spLocks noGrp="1"/>
          </p:cNvSpPr>
          <p:nvPr>
            <p:ph sz="quarter" idx="10" hasCustomPrompt="1"/>
          </p:nvPr>
        </p:nvSpPr>
        <p:spPr>
          <a:xfrm>
            <a:off x="222250" y="210900"/>
            <a:ext cx="4127559" cy="1336675"/>
          </a:xfrm>
          <a:prstGeom prst="rect">
            <a:avLst/>
          </a:prstGeom>
        </p:spPr>
        <p:txBody>
          <a:bodyPr/>
          <a:lstStyle>
            <a:lvl1pPr marL="0" indent="0">
              <a:buNone/>
              <a:defRPr sz="4000" b="1">
                <a:solidFill>
                  <a:schemeClr val="bg1"/>
                </a:solidFill>
              </a:defRPr>
            </a:lvl1pPr>
            <a:lvl2pPr marL="457200" indent="0">
              <a:buNone/>
              <a:defRPr/>
            </a:lvl2pPr>
          </a:lstStyle>
          <a:p>
            <a:pPr lvl="0"/>
            <a:r>
              <a:rPr lang="en-US" dirty="0"/>
              <a:t>EDIT MASTER TEXT STYLES</a:t>
            </a:r>
          </a:p>
        </p:txBody>
      </p:sp>
      <p:sp>
        <p:nvSpPr>
          <p:cNvPr id="10" name="Content Placeholder 6">
            <a:extLst>
              <a:ext uri="{FF2B5EF4-FFF2-40B4-BE49-F238E27FC236}">
                <a16:creationId xmlns:a16="http://schemas.microsoft.com/office/drawing/2014/main" id="{86797A2A-8EFB-40FA-9864-7A8C0F7AC9C8}"/>
              </a:ext>
            </a:extLst>
          </p:cNvPr>
          <p:cNvSpPr>
            <a:spLocks noGrp="1"/>
          </p:cNvSpPr>
          <p:nvPr>
            <p:ph sz="quarter" idx="12" hasCustomPrompt="1"/>
          </p:nvPr>
        </p:nvSpPr>
        <p:spPr>
          <a:xfrm>
            <a:off x="4756488" y="365446"/>
            <a:ext cx="6481762" cy="3552033"/>
          </a:xfrm>
          <a:prstGeom prst="rect">
            <a:avLst/>
          </a:prstGeom>
        </p:spPr>
        <p:txBody>
          <a:bodyPr/>
          <a:lstStyle>
            <a:lvl1pPr marL="0" indent="0">
              <a:buClr>
                <a:schemeClr val="accent1"/>
              </a:buClr>
              <a:buFont typeface="Wingdings" panose="05000000000000000000" pitchFamily="2" charset="2"/>
              <a:buNone/>
              <a:defRPr sz="1800">
                <a:solidFill>
                  <a:schemeClr val="tx1"/>
                </a:solidFill>
                <a:latin typeface="+mn-lt"/>
              </a:defRPr>
            </a:lvl1pPr>
            <a:lvl2pPr marL="457200" indent="0">
              <a:buClrTx/>
              <a:buFont typeface="Arial" panose="020B0604020202020204" pitchFamily="34" charset="0"/>
              <a:buNone/>
              <a:defRPr sz="1600">
                <a:solidFill>
                  <a:schemeClr val="tx1"/>
                </a:solidFill>
                <a:latin typeface="+mn-lt"/>
              </a:defRPr>
            </a:lvl2pPr>
            <a:lvl3pPr marL="1143000" indent="-228600">
              <a:buClrTx/>
              <a:buFont typeface="Arial" panose="020B0604020202020204" pitchFamily="34" charset="0"/>
              <a:buChar char="•"/>
              <a:defRPr sz="1400">
                <a:solidFill>
                  <a:schemeClr val="tx1"/>
                </a:solidFill>
                <a:latin typeface="+mn-lt"/>
              </a:defRPr>
            </a:lvl3pPr>
            <a:lvl4pPr marL="1600200" indent="-228600">
              <a:buClrTx/>
              <a:buFont typeface="Arial" panose="020B0604020202020204" pitchFamily="34" charset="0"/>
              <a:buChar char="•"/>
              <a:defRPr sz="1200">
                <a:solidFill>
                  <a:schemeClr val="tx1"/>
                </a:solidFill>
                <a:latin typeface="+mn-lt"/>
              </a:defRPr>
            </a:lvl4pPr>
            <a:lvl5pPr marL="2057400" indent="-228600">
              <a:buClrTx/>
              <a:buFont typeface="Arial" panose="020B0604020202020204" pitchFamily="34" charset="0"/>
              <a:buChar char="•"/>
              <a:defRPr sz="1200">
                <a:solidFill>
                  <a:schemeClr val="tx1"/>
                </a:solidFill>
                <a:latin typeface="+mn-lt"/>
              </a:defRPr>
            </a:lvl5pPr>
          </a:lstStyle>
          <a:p>
            <a:pPr lvl="0"/>
            <a:r>
              <a:rPr lang="en-US" dirty="0"/>
              <a:t>What went well? What went poorly? And associated learnings? What do you want to do differently?  When answering these questions, keep in mind: the teams understanding of the problem space, the technical feasibility of the solution, the solution value to industry users, impediments to project solution success within industry</a:t>
            </a:r>
          </a:p>
          <a:p>
            <a:pPr lvl="0"/>
            <a:endParaRPr lang="en-US" dirty="0"/>
          </a:p>
        </p:txBody>
      </p:sp>
    </p:spTree>
    <p:extLst>
      <p:ext uri="{BB962C8B-B14F-4D97-AF65-F5344CB8AC3E}">
        <p14:creationId xmlns:p14="http://schemas.microsoft.com/office/powerpoint/2010/main" val="378830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116861"/>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95" r:id="rId3"/>
    <p:sldLayoutId id="2147483651" r:id="rId4"/>
    <p:sldLayoutId id="2147483653" r:id="rId5"/>
    <p:sldLayoutId id="2147483692" r:id="rId6"/>
    <p:sldLayoutId id="2147483655" r:id="rId7"/>
    <p:sldLayoutId id="2147483659" r:id="rId8"/>
    <p:sldLayoutId id="2147483657" r:id="rId9"/>
    <p:sldLayoutId id="2147483660" r:id="rId10"/>
    <p:sldLayoutId id="2147483662" r:id="rId11"/>
    <p:sldLayoutId id="2147483663" r:id="rId12"/>
    <p:sldLayoutId id="2147483664" r:id="rId13"/>
    <p:sldLayoutId id="2147483661" r:id="rId14"/>
    <p:sldLayoutId id="2147483667" r:id="rId15"/>
    <p:sldLayoutId id="2147483693" r:id="rId16"/>
    <p:sldLayoutId id="2147483668" r:id="rId17"/>
    <p:sldLayoutId id="2147483665" r:id="rId18"/>
    <p:sldLayoutId id="2147483666" r:id="rId19"/>
    <p:sldLayoutId id="2147483669"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43C71550-8393-47C4-9C4F-B7C19BCE1D9D}"/>
              </a:ext>
            </a:extLst>
          </p:cNvPr>
          <p:cNvSpPr>
            <a:spLocks noGrp="1"/>
          </p:cNvSpPr>
          <p:nvPr>
            <p:ph type="body" sz="quarter" idx="10"/>
          </p:nvPr>
        </p:nvSpPr>
        <p:spPr>
          <a:xfrm>
            <a:off x="364197" y="1472228"/>
            <a:ext cx="8929928" cy="513511"/>
          </a:xfrm>
        </p:spPr>
        <p:txBody>
          <a:bodyPr/>
          <a:lstStyle/>
          <a:p>
            <a:r>
              <a:rPr lang="en-US" sz="3200" dirty="0"/>
              <a:t>Understanding Discrepancy Between Design and Implementation of Inventory Policies</a:t>
            </a:r>
            <a:endParaRPr lang="en-US" sz="3200" dirty="0"/>
          </a:p>
        </p:txBody>
      </p:sp>
      <p:sp>
        <p:nvSpPr>
          <p:cNvPr id="10" name="Text Placeholder 9">
            <a:extLst>
              <a:ext uri="{FF2B5EF4-FFF2-40B4-BE49-F238E27FC236}">
                <a16:creationId xmlns:a16="http://schemas.microsoft.com/office/drawing/2014/main" id="{CDAEBD02-C85A-4A09-8A4B-2D68BD4280B1}"/>
              </a:ext>
            </a:extLst>
          </p:cNvPr>
          <p:cNvSpPr>
            <a:spLocks noGrp="1"/>
          </p:cNvSpPr>
          <p:nvPr>
            <p:ph type="body" sz="quarter" idx="11"/>
          </p:nvPr>
        </p:nvSpPr>
        <p:spPr/>
        <p:txBody>
          <a:bodyPr/>
          <a:lstStyle/>
          <a:p>
            <a:endParaRPr lang="en-US"/>
          </a:p>
        </p:txBody>
      </p:sp>
      <p:sp>
        <p:nvSpPr>
          <p:cNvPr id="11" name="Text Placeholder 10">
            <a:extLst>
              <a:ext uri="{FF2B5EF4-FFF2-40B4-BE49-F238E27FC236}">
                <a16:creationId xmlns:a16="http://schemas.microsoft.com/office/drawing/2014/main" id="{8B7CB82C-5516-4EFD-9D4A-EA1B9F4BF580}"/>
              </a:ext>
            </a:extLst>
          </p:cNvPr>
          <p:cNvSpPr>
            <a:spLocks noGrp="1"/>
          </p:cNvSpPr>
          <p:nvPr>
            <p:ph type="body" sz="quarter" idx="12"/>
          </p:nvPr>
        </p:nvSpPr>
        <p:spPr/>
        <p:txBody>
          <a:bodyPr/>
          <a:lstStyle/>
          <a:p>
            <a:r>
              <a:rPr lang="en-US" dirty="0" smtClean="0"/>
              <a:t>Mxd-21-10-06</a:t>
            </a:r>
            <a:endParaRPr lang="en-US" dirty="0"/>
          </a:p>
        </p:txBody>
      </p:sp>
      <p:sp>
        <p:nvSpPr>
          <p:cNvPr id="12" name="Text Placeholder 11">
            <a:extLst>
              <a:ext uri="{FF2B5EF4-FFF2-40B4-BE49-F238E27FC236}">
                <a16:creationId xmlns:a16="http://schemas.microsoft.com/office/drawing/2014/main" id="{A0D4934E-B8F1-4586-A6E5-FAC810B785F7}"/>
              </a:ext>
            </a:extLst>
          </p:cNvPr>
          <p:cNvSpPr>
            <a:spLocks noGrp="1"/>
          </p:cNvSpPr>
          <p:nvPr>
            <p:ph type="body" sz="quarter" idx="13"/>
          </p:nvPr>
        </p:nvSpPr>
        <p:spPr/>
        <p:txBody>
          <a:bodyPr/>
          <a:lstStyle/>
          <a:p>
            <a:endParaRPr lang="en-US"/>
          </a:p>
        </p:txBody>
      </p:sp>
      <p:sp>
        <p:nvSpPr>
          <p:cNvPr id="13" name="Text Placeholder 12">
            <a:extLst>
              <a:ext uri="{FF2B5EF4-FFF2-40B4-BE49-F238E27FC236}">
                <a16:creationId xmlns:a16="http://schemas.microsoft.com/office/drawing/2014/main" id="{A4422602-0ADB-4769-B0B4-0963D10D5C6F}"/>
              </a:ext>
            </a:extLst>
          </p:cNvPr>
          <p:cNvSpPr>
            <a:spLocks noGrp="1"/>
          </p:cNvSpPr>
          <p:nvPr>
            <p:ph type="body" sz="quarter" idx="14"/>
          </p:nvPr>
        </p:nvSpPr>
        <p:spPr/>
        <p:txBody>
          <a:bodyPr/>
          <a:lstStyle/>
          <a:p>
            <a:r>
              <a:rPr lang="en-US" dirty="0" smtClean="0"/>
              <a:t>PI, Rochester Institute of Technology</a:t>
            </a:r>
            <a:endParaRPr lang="en-US" dirty="0"/>
          </a:p>
        </p:txBody>
      </p:sp>
      <p:sp>
        <p:nvSpPr>
          <p:cNvPr id="14" name="Text Placeholder 13">
            <a:extLst>
              <a:ext uri="{FF2B5EF4-FFF2-40B4-BE49-F238E27FC236}">
                <a16:creationId xmlns:a16="http://schemas.microsoft.com/office/drawing/2014/main" id="{085275E0-E352-4C18-84C4-9C2C6AE9239F}"/>
              </a:ext>
            </a:extLst>
          </p:cNvPr>
          <p:cNvSpPr>
            <a:spLocks noGrp="1"/>
          </p:cNvSpPr>
          <p:nvPr>
            <p:ph type="body" sz="quarter" idx="15"/>
          </p:nvPr>
        </p:nvSpPr>
        <p:spPr/>
        <p:txBody>
          <a:bodyPr/>
          <a:lstStyle/>
          <a:p>
            <a:endParaRPr lang="en-US"/>
          </a:p>
        </p:txBody>
      </p:sp>
      <p:sp>
        <p:nvSpPr>
          <p:cNvPr id="15" name="Text Placeholder 14">
            <a:extLst>
              <a:ext uri="{FF2B5EF4-FFF2-40B4-BE49-F238E27FC236}">
                <a16:creationId xmlns:a16="http://schemas.microsoft.com/office/drawing/2014/main" id="{3019E017-8729-4EBF-A11C-3BD4D5E46B15}"/>
              </a:ext>
            </a:extLst>
          </p:cNvPr>
          <p:cNvSpPr>
            <a:spLocks noGrp="1"/>
          </p:cNvSpPr>
          <p:nvPr>
            <p:ph type="body" sz="quarter" idx="16"/>
          </p:nvPr>
        </p:nvSpPr>
        <p:spPr/>
        <p:txBody>
          <a:bodyPr/>
          <a:lstStyle/>
          <a:p>
            <a:r>
              <a:rPr lang="en-US" dirty="0" smtClean="0"/>
              <a:t>Nenad Nenadic</a:t>
            </a:r>
            <a:endParaRPr lang="en-US" dirty="0"/>
          </a:p>
        </p:txBody>
      </p:sp>
      <p:sp>
        <p:nvSpPr>
          <p:cNvPr id="16" name="Text Placeholder 15">
            <a:extLst>
              <a:ext uri="{FF2B5EF4-FFF2-40B4-BE49-F238E27FC236}">
                <a16:creationId xmlns:a16="http://schemas.microsoft.com/office/drawing/2014/main" id="{5925FED1-D7D5-47AB-BA83-D4E2B7D40D7A}"/>
              </a:ext>
            </a:extLst>
          </p:cNvPr>
          <p:cNvSpPr>
            <a:spLocks noGrp="1"/>
          </p:cNvSpPr>
          <p:nvPr>
            <p:ph type="body" sz="quarter" idx="17"/>
          </p:nvPr>
        </p:nvSpPr>
        <p:spPr/>
        <p:txBody>
          <a:bodyPr/>
          <a:lstStyle/>
          <a:p>
            <a:endParaRPr lang="en-US" dirty="0"/>
          </a:p>
        </p:txBody>
      </p:sp>
    </p:spTree>
    <p:extLst>
      <p:ext uri="{BB962C8B-B14F-4D97-AF65-F5344CB8AC3E}">
        <p14:creationId xmlns:p14="http://schemas.microsoft.com/office/powerpoint/2010/main" val="1029699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E9EB9D-A41F-486F-8889-77D2E9115258}"/>
              </a:ext>
            </a:extLst>
          </p:cNvPr>
          <p:cNvSpPr>
            <a:spLocks noGrp="1"/>
          </p:cNvSpPr>
          <p:nvPr>
            <p:ph type="body" sz="quarter" idx="10"/>
          </p:nvPr>
        </p:nvSpPr>
        <p:spPr/>
        <p:txBody>
          <a:bodyPr/>
          <a:lstStyle/>
          <a:p>
            <a:r>
              <a:rPr lang="en-US" dirty="0"/>
              <a:t>What is the business case being addressed? </a:t>
            </a:r>
            <a:endParaRPr lang="en-US" dirty="0" smtClean="0"/>
          </a:p>
          <a:p>
            <a:r>
              <a:rPr lang="en-US" dirty="0"/>
              <a:t>Practitioners do not adhere closely to the designed inventory policies </a:t>
            </a:r>
            <a:endParaRPr lang="en-US" dirty="0" smtClean="0"/>
          </a:p>
          <a:p>
            <a:r>
              <a:rPr lang="en-US" dirty="0" smtClean="0"/>
              <a:t>The reason for discrepancies is not obvious</a:t>
            </a:r>
            <a:endParaRPr lang="en-US" dirty="0"/>
          </a:p>
          <a:p>
            <a:r>
              <a:rPr lang="en-US" dirty="0"/>
              <a:t>What technical problem is being addressed? </a:t>
            </a:r>
            <a:endParaRPr lang="en-US" dirty="0" smtClean="0"/>
          </a:p>
          <a:p>
            <a:r>
              <a:rPr lang="en-US" smtClean="0"/>
              <a:t>Determine </a:t>
            </a:r>
            <a:endParaRPr lang="en-US" dirty="0"/>
          </a:p>
        </p:txBody>
      </p:sp>
      <p:sp>
        <p:nvSpPr>
          <p:cNvPr id="7" name="Text Placeholder 6">
            <a:extLst>
              <a:ext uri="{FF2B5EF4-FFF2-40B4-BE49-F238E27FC236}">
                <a16:creationId xmlns:a16="http://schemas.microsoft.com/office/drawing/2014/main" id="{3FCA52A6-32E4-47EB-BC24-DD3B99A0238B}"/>
              </a:ext>
            </a:extLst>
          </p:cNvPr>
          <p:cNvSpPr>
            <a:spLocks noGrp="1"/>
          </p:cNvSpPr>
          <p:nvPr>
            <p:ph type="body" sz="quarter" idx="11"/>
          </p:nvPr>
        </p:nvSpPr>
        <p:spPr/>
        <p:txBody>
          <a:bodyPr/>
          <a:lstStyle/>
          <a:p>
            <a:r>
              <a:rPr lang="en-US" dirty="0"/>
              <a:t>Hat is the solution? </a:t>
            </a:r>
          </a:p>
          <a:p>
            <a:r>
              <a:rPr lang="en-US" dirty="0"/>
              <a:t>What is the key deliverable?</a:t>
            </a:r>
          </a:p>
        </p:txBody>
      </p:sp>
      <p:sp>
        <p:nvSpPr>
          <p:cNvPr id="8" name="Text Placeholder 7">
            <a:extLst>
              <a:ext uri="{FF2B5EF4-FFF2-40B4-BE49-F238E27FC236}">
                <a16:creationId xmlns:a16="http://schemas.microsoft.com/office/drawing/2014/main" id="{EA84F9F5-E4C5-4364-A5AD-3D7608667C4E}"/>
              </a:ext>
            </a:extLst>
          </p:cNvPr>
          <p:cNvSpPr>
            <a:spLocks noGrp="1"/>
          </p:cNvSpPr>
          <p:nvPr>
            <p:ph type="body" sz="quarter" idx="12"/>
          </p:nvPr>
        </p:nvSpPr>
        <p:spPr/>
        <p:txBody>
          <a:bodyPr/>
          <a:lstStyle/>
          <a:p>
            <a:r>
              <a:rPr lang="en-US" dirty="0"/>
              <a:t>What is unique about this project research compared to existing solutions? </a:t>
            </a:r>
          </a:p>
        </p:txBody>
      </p:sp>
      <p:sp>
        <p:nvSpPr>
          <p:cNvPr id="9" name="Text Placeholder 8">
            <a:extLst>
              <a:ext uri="{FF2B5EF4-FFF2-40B4-BE49-F238E27FC236}">
                <a16:creationId xmlns:a16="http://schemas.microsoft.com/office/drawing/2014/main" id="{D3E97041-D2CC-455B-A7C4-9A9A3ECE4A97}"/>
              </a:ext>
            </a:extLst>
          </p:cNvPr>
          <p:cNvSpPr>
            <a:spLocks noGrp="1"/>
          </p:cNvSpPr>
          <p:nvPr>
            <p:ph type="body" sz="quarter" idx="13"/>
          </p:nvPr>
        </p:nvSpPr>
        <p:spPr/>
        <p:txBody>
          <a:bodyPr/>
          <a:lstStyle/>
          <a:p>
            <a:r>
              <a:rPr lang="en-US" dirty="0"/>
              <a:t>What happens to the project outcomes after the project is done? </a:t>
            </a:r>
          </a:p>
        </p:txBody>
      </p:sp>
      <p:sp>
        <p:nvSpPr>
          <p:cNvPr id="10" name="Text Placeholder 9">
            <a:extLst>
              <a:ext uri="{FF2B5EF4-FFF2-40B4-BE49-F238E27FC236}">
                <a16:creationId xmlns:a16="http://schemas.microsoft.com/office/drawing/2014/main" id="{0E53F583-08D4-41CC-8F10-5904740E25D0}"/>
              </a:ext>
            </a:extLst>
          </p:cNvPr>
          <p:cNvSpPr>
            <a:spLocks noGrp="1"/>
          </p:cNvSpPr>
          <p:nvPr>
            <p:ph type="body" sz="quarter" idx="14"/>
          </p:nvPr>
        </p:nvSpPr>
        <p:spPr/>
        <p:txBody>
          <a:bodyPr/>
          <a:lstStyle/>
          <a:p>
            <a:r>
              <a:rPr lang="en-US" dirty="0"/>
              <a:t>PROBLEM STATEMENT</a:t>
            </a:r>
          </a:p>
        </p:txBody>
      </p:sp>
      <p:sp>
        <p:nvSpPr>
          <p:cNvPr id="11" name="Text Placeholder 10">
            <a:extLst>
              <a:ext uri="{FF2B5EF4-FFF2-40B4-BE49-F238E27FC236}">
                <a16:creationId xmlns:a16="http://schemas.microsoft.com/office/drawing/2014/main" id="{433E01AA-00D1-4205-A5CB-7204643063E8}"/>
              </a:ext>
            </a:extLst>
          </p:cNvPr>
          <p:cNvSpPr>
            <a:spLocks noGrp="1"/>
          </p:cNvSpPr>
          <p:nvPr>
            <p:ph type="body" sz="quarter" idx="15"/>
          </p:nvPr>
        </p:nvSpPr>
        <p:spPr/>
        <p:txBody>
          <a:bodyPr/>
          <a:lstStyle/>
          <a:p>
            <a:r>
              <a:rPr lang="en-US" dirty="0"/>
              <a:t>GOALS &amp; OBJECTIVES</a:t>
            </a:r>
          </a:p>
        </p:txBody>
      </p:sp>
      <p:sp>
        <p:nvSpPr>
          <p:cNvPr id="12" name="Text Placeholder 11">
            <a:extLst>
              <a:ext uri="{FF2B5EF4-FFF2-40B4-BE49-F238E27FC236}">
                <a16:creationId xmlns:a16="http://schemas.microsoft.com/office/drawing/2014/main" id="{2827214A-0DD0-4012-981E-EFEB5DC7E764}"/>
              </a:ext>
            </a:extLst>
          </p:cNvPr>
          <p:cNvSpPr>
            <a:spLocks noGrp="1"/>
          </p:cNvSpPr>
          <p:nvPr>
            <p:ph type="body" sz="quarter" idx="16"/>
          </p:nvPr>
        </p:nvSpPr>
        <p:spPr/>
        <p:txBody>
          <a:bodyPr/>
          <a:lstStyle/>
          <a:p>
            <a:r>
              <a:rPr lang="en-US" dirty="0"/>
              <a:t>KEY BENEFITS</a:t>
            </a:r>
          </a:p>
        </p:txBody>
      </p:sp>
      <p:sp>
        <p:nvSpPr>
          <p:cNvPr id="13" name="Text Placeholder 12">
            <a:extLst>
              <a:ext uri="{FF2B5EF4-FFF2-40B4-BE49-F238E27FC236}">
                <a16:creationId xmlns:a16="http://schemas.microsoft.com/office/drawing/2014/main" id="{270495B6-9DCD-4ED0-833C-D588194311FA}"/>
              </a:ext>
            </a:extLst>
          </p:cNvPr>
          <p:cNvSpPr>
            <a:spLocks noGrp="1"/>
          </p:cNvSpPr>
          <p:nvPr>
            <p:ph type="body" sz="quarter" idx="17"/>
          </p:nvPr>
        </p:nvSpPr>
        <p:spPr/>
        <p:txBody>
          <a:bodyPr/>
          <a:lstStyle/>
          <a:p>
            <a:r>
              <a:rPr lang="en-US" dirty="0"/>
              <a:t>TRANSITION PLAN</a:t>
            </a:r>
          </a:p>
        </p:txBody>
      </p:sp>
      <p:sp>
        <p:nvSpPr>
          <p:cNvPr id="14" name="Content Placeholder 13">
            <a:extLst>
              <a:ext uri="{FF2B5EF4-FFF2-40B4-BE49-F238E27FC236}">
                <a16:creationId xmlns:a16="http://schemas.microsoft.com/office/drawing/2014/main" id="{64AF2CA6-CB62-4436-9D62-48D1765FA163}"/>
              </a:ext>
            </a:extLst>
          </p:cNvPr>
          <p:cNvSpPr>
            <a:spLocks noGrp="1"/>
          </p:cNvSpPr>
          <p:nvPr>
            <p:ph sz="quarter" idx="18"/>
          </p:nvPr>
        </p:nvSpPr>
        <p:spPr/>
        <p:txBody>
          <a:bodyPr/>
          <a:lstStyle/>
          <a:p>
            <a:r>
              <a:rPr lang="en-US" dirty="0"/>
              <a:t>PROJECT OVERVIEW</a:t>
            </a:r>
          </a:p>
        </p:txBody>
      </p:sp>
    </p:spTree>
    <p:extLst>
      <p:ext uri="{BB962C8B-B14F-4D97-AF65-F5344CB8AC3E}">
        <p14:creationId xmlns:p14="http://schemas.microsoft.com/office/powerpoint/2010/main" val="170253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ED2796-032C-4935-B4FF-70116698AD90}"/>
              </a:ext>
            </a:extLst>
          </p:cNvPr>
          <p:cNvSpPr/>
          <p:nvPr/>
        </p:nvSpPr>
        <p:spPr>
          <a:xfrm>
            <a:off x="11281719" y="0"/>
            <a:ext cx="910281" cy="57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3B006B9-1446-4E0F-93BE-5074EE24CD7A}"/>
              </a:ext>
            </a:extLst>
          </p:cNvPr>
          <p:cNvSpPr txBox="1"/>
          <p:nvPr/>
        </p:nvSpPr>
        <p:spPr>
          <a:xfrm>
            <a:off x="366584" y="6405997"/>
            <a:ext cx="11552700" cy="215444"/>
          </a:xfrm>
          <a:prstGeom prst="rect">
            <a:avLst/>
          </a:prstGeom>
          <a:noFill/>
        </p:spPr>
        <p:txBody>
          <a:bodyPr wrap="square" rtlCol="0">
            <a:spAutoFit/>
          </a:bodyPr>
          <a:lstStyle/>
          <a:p>
            <a:pPr algn="r"/>
            <a:r>
              <a:rPr lang="en-US" sz="800" dirty="0" err="1">
                <a:solidFill>
                  <a:schemeClr val="accent5">
                    <a:lumMod val="40000"/>
                    <a:lumOff val="60000"/>
                  </a:schemeClr>
                </a:solidFill>
                <a:latin typeface="Arial" panose="020B0604020202020204" pitchFamily="34" charset="0"/>
                <a:cs typeface="Arial" panose="020B0604020202020204" pitchFamily="34" charset="0"/>
              </a:rPr>
              <a:t>MxD</a:t>
            </a:r>
            <a:r>
              <a:rPr lang="en-US" sz="800" dirty="0">
                <a:solidFill>
                  <a:schemeClr val="accent5">
                    <a:lumMod val="40000"/>
                    <a:lumOff val="60000"/>
                  </a:schemeClr>
                </a:solidFill>
                <a:latin typeface="Arial" panose="020B0604020202020204" pitchFamily="34" charset="0"/>
                <a:cs typeface="Arial" panose="020B0604020202020204" pitchFamily="34" charset="0"/>
              </a:rPr>
              <a:t> Proprietary: Do Not Distribute</a:t>
            </a:r>
          </a:p>
        </p:txBody>
      </p:sp>
      <p:pic>
        <p:nvPicPr>
          <p:cNvPr id="6" name="Picture 5">
            <a:extLst>
              <a:ext uri="{FF2B5EF4-FFF2-40B4-BE49-F238E27FC236}">
                <a16:creationId xmlns:a16="http://schemas.microsoft.com/office/drawing/2014/main" id="{FDADA085-9ADC-42A4-95C6-523662A1372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4941116" cy="6858000"/>
          </a:xfrm>
          <a:prstGeom prst="rect">
            <a:avLst/>
          </a:prstGeom>
        </p:spPr>
      </p:pic>
      <p:sp>
        <p:nvSpPr>
          <p:cNvPr id="8" name="TextBox 7">
            <a:extLst>
              <a:ext uri="{FF2B5EF4-FFF2-40B4-BE49-F238E27FC236}">
                <a16:creationId xmlns:a16="http://schemas.microsoft.com/office/drawing/2014/main" id="{9C775D4B-DD60-4EBB-A4D2-2AC8F4401588}"/>
              </a:ext>
            </a:extLst>
          </p:cNvPr>
          <p:cNvSpPr txBox="1"/>
          <p:nvPr/>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3</a:t>
            </a:fld>
            <a:endParaRPr lang="en-US" sz="2400" b="1" dirty="0">
              <a:solidFill>
                <a:schemeClr val="bg1"/>
              </a:solidFill>
              <a:latin typeface="Arial" panose="020B0604020202020204" pitchFamily="34" charset="0"/>
              <a:cs typeface="Arial" panose="020B0604020202020204" pitchFamily="34" charset="0"/>
            </a:endParaRPr>
          </a:p>
        </p:txBody>
      </p:sp>
      <p:sp>
        <p:nvSpPr>
          <p:cNvPr id="16" name="Content Placeholder 15">
            <a:extLst>
              <a:ext uri="{FF2B5EF4-FFF2-40B4-BE49-F238E27FC236}">
                <a16:creationId xmlns:a16="http://schemas.microsoft.com/office/drawing/2014/main" id="{05307EC0-8447-45C3-B4FF-6B0C7089913B}"/>
              </a:ext>
            </a:extLst>
          </p:cNvPr>
          <p:cNvSpPr>
            <a:spLocks noGrp="1"/>
          </p:cNvSpPr>
          <p:nvPr>
            <p:ph sz="quarter" idx="10"/>
          </p:nvPr>
        </p:nvSpPr>
        <p:spPr>
          <a:xfrm>
            <a:off x="242047" y="406278"/>
            <a:ext cx="4511675" cy="1336675"/>
          </a:xfrm>
        </p:spPr>
        <p:txBody>
          <a:bodyPr/>
          <a:lstStyle/>
          <a:p>
            <a:r>
              <a:rPr lang="en-US" dirty="0">
                <a:latin typeface="Arial" panose="020B0604020202020204" pitchFamily="34" charset="0"/>
                <a:cs typeface="Arial" panose="020B0604020202020204" pitchFamily="34" charset="0"/>
              </a:rPr>
              <a:t>PROBLEM STATEMENT</a:t>
            </a:r>
          </a:p>
          <a:p>
            <a:endParaRPr lang="en-US" dirty="0"/>
          </a:p>
        </p:txBody>
      </p:sp>
      <p:sp>
        <p:nvSpPr>
          <p:cNvPr id="17" name="Content Placeholder 16">
            <a:extLst>
              <a:ext uri="{FF2B5EF4-FFF2-40B4-BE49-F238E27FC236}">
                <a16:creationId xmlns:a16="http://schemas.microsoft.com/office/drawing/2014/main" id="{9137A1E3-EF3E-462B-B707-51A23DD7CF79}"/>
              </a:ext>
            </a:extLst>
          </p:cNvPr>
          <p:cNvSpPr>
            <a:spLocks noGrp="1"/>
          </p:cNvSpPr>
          <p:nvPr>
            <p:ph sz="quarter" idx="11"/>
          </p:nvPr>
        </p:nvSpPr>
        <p:spPr>
          <a:xfrm>
            <a:off x="5297488" y="864678"/>
            <a:ext cx="6481762" cy="461963"/>
          </a:xfrm>
        </p:spPr>
        <p:txBody>
          <a:bodyPr/>
          <a:lstStyle/>
          <a:p>
            <a:r>
              <a:rPr lang="en-US" dirty="0">
                <a:latin typeface="Arial" panose="020B0604020202020204" pitchFamily="34" charset="0"/>
                <a:cs typeface="Arial" panose="020B0604020202020204" pitchFamily="34" charset="0"/>
              </a:rPr>
              <a:t>PROBLEM DESCRIPTION</a:t>
            </a:r>
          </a:p>
          <a:p>
            <a:endParaRPr lang="en-US" dirty="0"/>
          </a:p>
        </p:txBody>
      </p:sp>
      <p:sp>
        <p:nvSpPr>
          <p:cNvPr id="18" name="Content Placeholder 17">
            <a:extLst>
              <a:ext uri="{FF2B5EF4-FFF2-40B4-BE49-F238E27FC236}">
                <a16:creationId xmlns:a16="http://schemas.microsoft.com/office/drawing/2014/main" id="{457C711C-2951-4531-8FB5-B4BE9F479ECA}"/>
              </a:ext>
            </a:extLst>
          </p:cNvPr>
          <p:cNvSpPr>
            <a:spLocks noGrp="1"/>
          </p:cNvSpPr>
          <p:nvPr>
            <p:ph sz="quarter" idx="12"/>
          </p:nvPr>
        </p:nvSpPr>
        <p:spPr>
          <a:xfrm>
            <a:off x="5241178" y="1252316"/>
            <a:ext cx="6481762" cy="2069763"/>
          </a:xfrm>
        </p:spPr>
        <p:txBody>
          <a:bodyPr/>
          <a:lstStyle/>
          <a:p>
            <a:pPr marL="0" indent="0">
              <a:buNone/>
            </a:pPr>
            <a:r>
              <a:rPr lang="en-US" dirty="0"/>
              <a:t>What is the purpose of this project? </a:t>
            </a:r>
          </a:p>
        </p:txBody>
      </p:sp>
    </p:spTree>
    <p:extLst>
      <p:ext uri="{BB962C8B-B14F-4D97-AF65-F5344CB8AC3E}">
        <p14:creationId xmlns:p14="http://schemas.microsoft.com/office/powerpoint/2010/main" val="1149675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1A0E0F-4D87-4C23-87F8-C7F9F8E5BF68}"/>
              </a:ext>
            </a:extLst>
          </p:cNvPr>
          <p:cNvSpPr>
            <a:spLocks noGrp="1"/>
          </p:cNvSpPr>
          <p:nvPr>
            <p:ph sz="quarter" idx="10"/>
          </p:nvPr>
        </p:nvSpPr>
        <p:spPr/>
        <p:txBody>
          <a:bodyPr/>
          <a:lstStyle/>
          <a:p>
            <a:r>
              <a:rPr lang="en-US" dirty="0"/>
              <a:t>USE CASE SCENARIOS</a:t>
            </a:r>
          </a:p>
        </p:txBody>
      </p:sp>
      <p:sp>
        <p:nvSpPr>
          <p:cNvPr id="3" name="Content Placeholder 2">
            <a:extLst>
              <a:ext uri="{FF2B5EF4-FFF2-40B4-BE49-F238E27FC236}">
                <a16:creationId xmlns:a16="http://schemas.microsoft.com/office/drawing/2014/main" id="{457FB062-7C43-40AF-8342-76E789007495}"/>
              </a:ext>
            </a:extLst>
          </p:cNvPr>
          <p:cNvSpPr>
            <a:spLocks noGrp="1"/>
          </p:cNvSpPr>
          <p:nvPr>
            <p:ph sz="quarter" idx="11"/>
          </p:nvPr>
        </p:nvSpPr>
        <p:spPr/>
        <p:txBody>
          <a:bodyPr/>
          <a:lstStyle/>
          <a:p>
            <a:r>
              <a:rPr lang="en-US" dirty="0"/>
              <a:t>MxD MEMBERSHIP USE CASE</a:t>
            </a:r>
          </a:p>
        </p:txBody>
      </p:sp>
      <p:sp>
        <p:nvSpPr>
          <p:cNvPr id="4" name="Content Placeholder 3">
            <a:extLst>
              <a:ext uri="{FF2B5EF4-FFF2-40B4-BE49-F238E27FC236}">
                <a16:creationId xmlns:a16="http://schemas.microsoft.com/office/drawing/2014/main" id="{C3FE46CC-9886-4A83-9896-DD8C3568A987}"/>
              </a:ext>
            </a:extLst>
          </p:cNvPr>
          <p:cNvSpPr>
            <a:spLocks noGrp="1"/>
          </p:cNvSpPr>
          <p:nvPr>
            <p:ph sz="quarter" idx="12"/>
          </p:nvPr>
        </p:nvSpPr>
        <p:spPr/>
        <p:txBody>
          <a:bodyPr/>
          <a:lstStyle/>
          <a:p>
            <a:pPr marL="0" indent="0">
              <a:buNone/>
            </a:pPr>
            <a:r>
              <a:rPr lang="en-US" dirty="0"/>
              <a:t>As a [specific user defined by job title/description], I want [to perform some task] so that I can [achieve some goal/benefit/value]</a:t>
            </a:r>
          </a:p>
          <a:p>
            <a:endParaRPr lang="en-US" dirty="0"/>
          </a:p>
        </p:txBody>
      </p:sp>
      <p:sp>
        <p:nvSpPr>
          <p:cNvPr id="5" name="Content Placeholder 4">
            <a:extLst>
              <a:ext uri="{FF2B5EF4-FFF2-40B4-BE49-F238E27FC236}">
                <a16:creationId xmlns:a16="http://schemas.microsoft.com/office/drawing/2014/main" id="{9381EB9F-035C-4833-A198-713A7BE5FE84}"/>
              </a:ext>
            </a:extLst>
          </p:cNvPr>
          <p:cNvSpPr>
            <a:spLocks noGrp="1"/>
          </p:cNvSpPr>
          <p:nvPr>
            <p:ph sz="quarter" idx="13"/>
          </p:nvPr>
        </p:nvSpPr>
        <p:spPr/>
        <p:txBody>
          <a:bodyPr/>
          <a:lstStyle/>
          <a:p>
            <a:r>
              <a:rPr lang="en-US" dirty="0"/>
              <a:t>COMMERCIALIZED SOLUTION USE CASE</a:t>
            </a:r>
          </a:p>
        </p:txBody>
      </p:sp>
      <p:sp>
        <p:nvSpPr>
          <p:cNvPr id="6" name="Content Placeholder 5">
            <a:extLst>
              <a:ext uri="{FF2B5EF4-FFF2-40B4-BE49-F238E27FC236}">
                <a16:creationId xmlns:a16="http://schemas.microsoft.com/office/drawing/2014/main" id="{1E6CE5D0-F033-4024-9E61-9B20A5F060AE}"/>
              </a:ext>
            </a:extLst>
          </p:cNvPr>
          <p:cNvSpPr>
            <a:spLocks noGrp="1"/>
          </p:cNvSpPr>
          <p:nvPr>
            <p:ph sz="quarter" idx="14"/>
          </p:nvPr>
        </p:nvSpPr>
        <p:spPr/>
        <p:txBody>
          <a:bodyPr/>
          <a:lstStyle/>
          <a:p>
            <a:pPr marL="0" indent="0">
              <a:buNone/>
            </a:pPr>
            <a:r>
              <a:rPr lang="en-US" dirty="0"/>
              <a:t>As a [specific user defined by job title/description], I want [to perform some task] so that I can [achieve some goal/benefit/value]</a:t>
            </a:r>
          </a:p>
          <a:p>
            <a:endParaRPr lang="en-US" dirty="0"/>
          </a:p>
        </p:txBody>
      </p:sp>
    </p:spTree>
    <p:extLst>
      <p:ext uri="{BB962C8B-B14F-4D97-AF65-F5344CB8AC3E}">
        <p14:creationId xmlns:p14="http://schemas.microsoft.com/office/powerpoint/2010/main" val="2806335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728217-92E3-4310-81F1-CFD90A3D6A4D}"/>
              </a:ext>
            </a:extLst>
          </p:cNvPr>
          <p:cNvSpPr>
            <a:spLocks noGrp="1"/>
          </p:cNvSpPr>
          <p:nvPr>
            <p:ph sz="quarter" idx="10"/>
          </p:nvPr>
        </p:nvSpPr>
        <p:spPr/>
        <p:txBody>
          <a:bodyPr/>
          <a:lstStyle/>
          <a:p>
            <a:r>
              <a:rPr lang="en-US" dirty="0"/>
              <a:t>List project goals and objectives including description of the solution</a:t>
            </a:r>
          </a:p>
        </p:txBody>
      </p:sp>
      <p:sp>
        <p:nvSpPr>
          <p:cNvPr id="3" name="Content Placeholder 2">
            <a:extLst>
              <a:ext uri="{FF2B5EF4-FFF2-40B4-BE49-F238E27FC236}">
                <a16:creationId xmlns:a16="http://schemas.microsoft.com/office/drawing/2014/main" id="{F3AFF5D1-D9D0-4BCF-8D13-5268C219B026}"/>
              </a:ext>
            </a:extLst>
          </p:cNvPr>
          <p:cNvSpPr>
            <a:spLocks noGrp="1"/>
          </p:cNvSpPr>
          <p:nvPr>
            <p:ph sz="quarter" idx="11"/>
          </p:nvPr>
        </p:nvSpPr>
        <p:spPr/>
        <p:txBody>
          <a:bodyPr/>
          <a:lstStyle/>
          <a:p>
            <a:endParaRPr lang="en-US"/>
          </a:p>
        </p:txBody>
      </p:sp>
      <p:sp>
        <p:nvSpPr>
          <p:cNvPr id="4" name="Content Placeholder 3">
            <a:extLst>
              <a:ext uri="{FF2B5EF4-FFF2-40B4-BE49-F238E27FC236}">
                <a16:creationId xmlns:a16="http://schemas.microsoft.com/office/drawing/2014/main" id="{A9CECCDA-7C27-4A67-9CB1-050D34E1CEA0}"/>
              </a:ext>
            </a:extLst>
          </p:cNvPr>
          <p:cNvSpPr>
            <a:spLocks noGrp="1"/>
          </p:cNvSpPr>
          <p:nvPr>
            <p:ph sz="quarter" idx="12"/>
          </p:nvPr>
        </p:nvSpPr>
        <p:spPr/>
        <p:txBody>
          <a:bodyPr/>
          <a:lstStyle/>
          <a:p>
            <a:endParaRPr lang="en-US"/>
          </a:p>
        </p:txBody>
      </p:sp>
      <p:sp>
        <p:nvSpPr>
          <p:cNvPr id="5" name="Content Placeholder 4">
            <a:extLst>
              <a:ext uri="{FF2B5EF4-FFF2-40B4-BE49-F238E27FC236}">
                <a16:creationId xmlns:a16="http://schemas.microsoft.com/office/drawing/2014/main" id="{F1523EB6-0C3E-4ECA-882A-8F17D188C067}"/>
              </a:ext>
            </a:extLst>
          </p:cNvPr>
          <p:cNvSpPr>
            <a:spLocks noGrp="1"/>
          </p:cNvSpPr>
          <p:nvPr>
            <p:ph sz="quarter" idx="13"/>
          </p:nvPr>
        </p:nvSpPr>
        <p:spPr/>
        <p:txBody>
          <a:bodyPr/>
          <a:lstStyle/>
          <a:p>
            <a:endParaRPr lang="en-US"/>
          </a:p>
        </p:txBody>
      </p:sp>
      <p:sp>
        <p:nvSpPr>
          <p:cNvPr id="6" name="Content Placeholder 5">
            <a:extLst>
              <a:ext uri="{FF2B5EF4-FFF2-40B4-BE49-F238E27FC236}">
                <a16:creationId xmlns:a16="http://schemas.microsoft.com/office/drawing/2014/main" id="{429EE98E-DB84-4463-B9B9-B44C7AE35A36}"/>
              </a:ext>
            </a:extLst>
          </p:cNvPr>
          <p:cNvSpPr>
            <a:spLocks noGrp="1"/>
          </p:cNvSpPr>
          <p:nvPr>
            <p:ph sz="quarter" idx="14"/>
          </p:nvPr>
        </p:nvSpPr>
        <p:spPr/>
        <p:txBody>
          <a:bodyPr/>
          <a:lstStyle/>
          <a:p>
            <a:r>
              <a:rPr lang="en-US" dirty="0"/>
              <a:t>GOALS &amp; OBJECTIVES</a:t>
            </a:r>
          </a:p>
        </p:txBody>
      </p:sp>
    </p:spTree>
    <p:extLst>
      <p:ext uri="{BB962C8B-B14F-4D97-AF65-F5344CB8AC3E}">
        <p14:creationId xmlns:p14="http://schemas.microsoft.com/office/powerpoint/2010/main" val="3747220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B0B273-30BD-4877-BBF5-578D4FB7B43B}"/>
              </a:ext>
            </a:extLst>
          </p:cNvPr>
          <p:cNvSpPr>
            <a:spLocks noGrp="1"/>
          </p:cNvSpPr>
          <p:nvPr>
            <p:ph type="body" sz="quarter" idx="10"/>
          </p:nvPr>
        </p:nvSpPr>
        <p:spPr/>
        <p:txBody>
          <a:bodyPr/>
          <a:lstStyle/>
          <a:p>
            <a:r>
              <a:rPr lang="en-US" dirty="0"/>
              <a:t>Describe KPI and Success Metrics (both baseline/benchmark and future state) and measurement methods. </a:t>
            </a:r>
          </a:p>
        </p:txBody>
      </p:sp>
      <p:sp>
        <p:nvSpPr>
          <p:cNvPr id="3" name="Table Placeholder 2">
            <a:extLst>
              <a:ext uri="{FF2B5EF4-FFF2-40B4-BE49-F238E27FC236}">
                <a16:creationId xmlns:a16="http://schemas.microsoft.com/office/drawing/2014/main" id="{62A1C49A-9FFA-40C7-BDE7-D66297B9C656}"/>
              </a:ext>
            </a:extLst>
          </p:cNvPr>
          <p:cNvSpPr>
            <a:spLocks noGrp="1"/>
          </p:cNvSpPr>
          <p:nvPr>
            <p:ph type="tbl" sz="quarter" idx="11"/>
          </p:nvPr>
        </p:nvSpPr>
        <p:spPr>
          <a:xfrm>
            <a:off x="366713" y="2665455"/>
            <a:ext cx="7243762" cy="3817938"/>
          </a:xfrm>
        </p:spPr>
      </p:sp>
      <p:sp>
        <p:nvSpPr>
          <p:cNvPr id="4" name="Text Placeholder 3">
            <a:extLst>
              <a:ext uri="{FF2B5EF4-FFF2-40B4-BE49-F238E27FC236}">
                <a16:creationId xmlns:a16="http://schemas.microsoft.com/office/drawing/2014/main" id="{454ABE54-3E12-40E4-AA11-103607C59156}"/>
              </a:ext>
            </a:extLst>
          </p:cNvPr>
          <p:cNvSpPr>
            <a:spLocks noGrp="1"/>
          </p:cNvSpPr>
          <p:nvPr>
            <p:ph type="body" sz="quarter" idx="12"/>
          </p:nvPr>
        </p:nvSpPr>
        <p:spPr/>
        <p:txBody>
          <a:bodyPr/>
          <a:lstStyle/>
          <a:p>
            <a:r>
              <a:rPr lang="en-US" dirty="0"/>
              <a:t>PROJECT SUCCESS CRITERIA &amp; KPI</a:t>
            </a:r>
          </a:p>
        </p:txBody>
      </p:sp>
    </p:spTree>
    <p:extLst>
      <p:ext uri="{BB962C8B-B14F-4D97-AF65-F5344CB8AC3E}">
        <p14:creationId xmlns:p14="http://schemas.microsoft.com/office/powerpoint/2010/main" val="2579331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AC94502E-7617-4935-9260-DFC91A2DB042}"/>
              </a:ext>
            </a:extLst>
          </p:cNvPr>
          <p:cNvSpPr>
            <a:spLocks noGrp="1"/>
          </p:cNvSpPr>
          <p:nvPr>
            <p:ph type="body" sz="quarter" idx="10"/>
          </p:nvPr>
        </p:nvSpPr>
        <p:spPr/>
        <p:txBody>
          <a:bodyPr/>
          <a:lstStyle/>
          <a:p>
            <a:endParaRPr lang="en-US"/>
          </a:p>
        </p:txBody>
      </p:sp>
      <p:sp>
        <p:nvSpPr>
          <p:cNvPr id="18" name="Text Placeholder 17">
            <a:extLst>
              <a:ext uri="{FF2B5EF4-FFF2-40B4-BE49-F238E27FC236}">
                <a16:creationId xmlns:a16="http://schemas.microsoft.com/office/drawing/2014/main" id="{CB2877E3-419D-45E3-82E6-7AE55122C6B8}"/>
              </a:ext>
            </a:extLst>
          </p:cNvPr>
          <p:cNvSpPr>
            <a:spLocks noGrp="1"/>
          </p:cNvSpPr>
          <p:nvPr>
            <p:ph type="body" sz="quarter" idx="11"/>
          </p:nvPr>
        </p:nvSpPr>
        <p:spPr/>
        <p:txBody>
          <a:bodyPr/>
          <a:lstStyle/>
          <a:p>
            <a:endParaRPr lang="en-US"/>
          </a:p>
        </p:txBody>
      </p:sp>
      <p:sp>
        <p:nvSpPr>
          <p:cNvPr id="19" name="Text Placeholder 18">
            <a:extLst>
              <a:ext uri="{FF2B5EF4-FFF2-40B4-BE49-F238E27FC236}">
                <a16:creationId xmlns:a16="http://schemas.microsoft.com/office/drawing/2014/main" id="{F4E0EA73-6D41-4BAC-AEDB-759EFBC8E60C}"/>
              </a:ext>
            </a:extLst>
          </p:cNvPr>
          <p:cNvSpPr>
            <a:spLocks noGrp="1"/>
          </p:cNvSpPr>
          <p:nvPr>
            <p:ph type="body" sz="quarter" idx="12"/>
          </p:nvPr>
        </p:nvSpPr>
        <p:spPr/>
        <p:txBody>
          <a:bodyPr/>
          <a:lstStyle/>
          <a:p>
            <a:endParaRPr lang="en-US" dirty="0"/>
          </a:p>
        </p:txBody>
      </p:sp>
      <p:sp>
        <p:nvSpPr>
          <p:cNvPr id="20" name="Text Placeholder 19">
            <a:extLst>
              <a:ext uri="{FF2B5EF4-FFF2-40B4-BE49-F238E27FC236}">
                <a16:creationId xmlns:a16="http://schemas.microsoft.com/office/drawing/2014/main" id="{378267D9-D1DC-4317-9C75-E209311FD3A0}"/>
              </a:ext>
            </a:extLst>
          </p:cNvPr>
          <p:cNvSpPr>
            <a:spLocks noGrp="1"/>
          </p:cNvSpPr>
          <p:nvPr>
            <p:ph type="body" sz="quarter" idx="13"/>
          </p:nvPr>
        </p:nvSpPr>
        <p:spPr/>
        <p:txBody>
          <a:bodyPr/>
          <a:lstStyle/>
          <a:p>
            <a:endParaRPr lang="en-US"/>
          </a:p>
        </p:txBody>
      </p:sp>
      <p:sp>
        <p:nvSpPr>
          <p:cNvPr id="21" name="Text Placeholder 20">
            <a:extLst>
              <a:ext uri="{FF2B5EF4-FFF2-40B4-BE49-F238E27FC236}">
                <a16:creationId xmlns:a16="http://schemas.microsoft.com/office/drawing/2014/main" id="{71062D32-C610-4F22-9E00-A265C671DA93}"/>
              </a:ext>
            </a:extLst>
          </p:cNvPr>
          <p:cNvSpPr>
            <a:spLocks noGrp="1"/>
          </p:cNvSpPr>
          <p:nvPr>
            <p:ph type="body" sz="quarter" idx="14"/>
          </p:nvPr>
        </p:nvSpPr>
        <p:spPr/>
        <p:txBody>
          <a:bodyPr/>
          <a:lstStyle/>
          <a:p>
            <a:endParaRPr lang="en-US"/>
          </a:p>
        </p:txBody>
      </p:sp>
      <p:sp>
        <p:nvSpPr>
          <p:cNvPr id="22" name="Text Placeholder 21">
            <a:extLst>
              <a:ext uri="{FF2B5EF4-FFF2-40B4-BE49-F238E27FC236}">
                <a16:creationId xmlns:a16="http://schemas.microsoft.com/office/drawing/2014/main" id="{80AF2F1F-5DC6-42A6-A297-0979069F72D0}"/>
              </a:ext>
            </a:extLst>
          </p:cNvPr>
          <p:cNvSpPr>
            <a:spLocks noGrp="1"/>
          </p:cNvSpPr>
          <p:nvPr>
            <p:ph type="body" sz="quarter" idx="15"/>
          </p:nvPr>
        </p:nvSpPr>
        <p:spPr/>
        <p:txBody>
          <a:bodyPr/>
          <a:lstStyle/>
          <a:p>
            <a:endParaRPr lang="en-US"/>
          </a:p>
        </p:txBody>
      </p:sp>
      <p:sp>
        <p:nvSpPr>
          <p:cNvPr id="23" name="Text Placeholder 22">
            <a:extLst>
              <a:ext uri="{FF2B5EF4-FFF2-40B4-BE49-F238E27FC236}">
                <a16:creationId xmlns:a16="http://schemas.microsoft.com/office/drawing/2014/main" id="{3305DF66-F718-467A-A9ED-6B356BE858DF}"/>
              </a:ext>
            </a:extLst>
          </p:cNvPr>
          <p:cNvSpPr>
            <a:spLocks noGrp="1"/>
          </p:cNvSpPr>
          <p:nvPr>
            <p:ph type="body" sz="quarter" idx="16"/>
          </p:nvPr>
        </p:nvSpPr>
        <p:spPr/>
        <p:txBody>
          <a:bodyPr/>
          <a:lstStyle/>
          <a:p>
            <a:endParaRPr lang="en-US"/>
          </a:p>
        </p:txBody>
      </p:sp>
      <p:sp>
        <p:nvSpPr>
          <p:cNvPr id="24" name="Text Placeholder 23">
            <a:extLst>
              <a:ext uri="{FF2B5EF4-FFF2-40B4-BE49-F238E27FC236}">
                <a16:creationId xmlns:a16="http://schemas.microsoft.com/office/drawing/2014/main" id="{DF188C84-475B-408F-9F01-3F35A1867985}"/>
              </a:ext>
            </a:extLst>
          </p:cNvPr>
          <p:cNvSpPr>
            <a:spLocks noGrp="1"/>
          </p:cNvSpPr>
          <p:nvPr>
            <p:ph type="body" sz="quarter" idx="17"/>
          </p:nvPr>
        </p:nvSpPr>
        <p:spPr/>
        <p:txBody>
          <a:bodyPr/>
          <a:lstStyle/>
          <a:p>
            <a:endParaRPr lang="en-US"/>
          </a:p>
        </p:txBody>
      </p:sp>
      <p:sp>
        <p:nvSpPr>
          <p:cNvPr id="25" name="Text Placeholder 24">
            <a:extLst>
              <a:ext uri="{FF2B5EF4-FFF2-40B4-BE49-F238E27FC236}">
                <a16:creationId xmlns:a16="http://schemas.microsoft.com/office/drawing/2014/main" id="{7E8FC662-C2BC-4BC9-9875-A3BF444804D6}"/>
              </a:ext>
            </a:extLst>
          </p:cNvPr>
          <p:cNvSpPr>
            <a:spLocks noGrp="1"/>
          </p:cNvSpPr>
          <p:nvPr>
            <p:ph type="body" sz="quarter" idx="18"/>
          </p:nvPr>
        </p:nvSpPr>
        <p:spPr/>
        <p:txBody>
          <a:bodyPr/>
          <a:lstStyle/>
          <a:p>
            <a:endParaRPr lang="en-US"/>
          </a:p>
        </p:txBody>
      </p:sp>
      <p:sp>
        <p:nvSpPr>
          <p:cNvPr id="26" name="Text Placeholder 25">
            <a:extLst>
              <a:ext uri="{FF2B5EF4-FFF2-40B4-BE49-F238E27FC236}">
                <a16:creationId xmlns:a16="http://schemas.microsoft.com/office/drawing/2014/main" id="{A43CB4FA-3CC0-4007-A880-24C652C95A2D}"/>
              </a:ext>
            </a:extLst>
          </p:cNvPr>
          <p:cNvSpPr>
            <a:spLocks noGrp="1"/>
          </p:cNvSpPr>
          <p:nvPr>
            <p:ph type="body" sz="quarter" idx="19"/>
          </p:nvPr>
        </p:nvSpPr>
        <p:spPr/>
        <p:txBody>
          <a:bodyPr/>
          <a:lstStyle/>
          <a:p>
            <a:endParaRPr lang="en-US"/>
          </a:p>
        </p:txBody>
      </p:sp>
      <p:sp>
        <p:nvSpPr>
          <p:cNvPr id="27" name="Text Placeholder 26">
            <a:extLst>
              <a:ext uri="{FF2B5EF4-FFF2-40B4-BE49-F238E27FC236}">
                <a16:creationId xmlns:a16="http://schemas.microsoft.com/office/drawing/2014/main" id="{6CDD45D7-0695-4C65-9ADA-539CC469C608}"/>
              </a:ext>
            </a:extLst>
          </p:cNvPr>
          <p:cNvSpPr>
            <a:spLocks noGrp="1"/>
          </p:cNvSpPr>
          <p:nvPr>
            <p:ph type="body" sz="quarter" idx="20"/>
          </p:nvPr>
        </p:nvSpPr>
        <p:spPr/>
        <p:txBody>
          <a:bodyPr/>
          <a:lstStyle/>
          <a:p>
            <a:endParaRPr lang="en-US"/>
          </a:p>
        </p:txBody>
      </p:sp>
      <p:sp>
        <p:nvSpPr>
          <p:cNvPr id="28" name="Text Placeholder 27">
            <a:extLst>
              <a:ext uri="{FF2B5EF4-FFF2-40B4-BE49-F238E27FC236}">
                <a16:creationId xmlns:a16="http://schemas.microsoft.com/office/drawing/2014/main" id="{DD215CD3-223E-4965-B7F5-37CECA17E13E}"/>
              </a:ext>
            </a:extLst>
          </p:cNvPr>
          <p:cNvSpPr>
            <a:spLocks noGrp="1"/>
          </p:cNvSpPr>
          <p:nvPr>
            <p:ph type="body" sz="quarter" idx="21"/>
          </p:nvPr>
        </p:nvSpPr>
        <p:spPr/>
        <p:txBody>
          <a:bodyPr/>
          <a:lstStyle/>
          <a:p>
            <a:endParaRPr lang="en-US"/>
          </a:p>
        </p:txBody>
      </p:sp>
      <p:sp>
        <p:nvSpPr>
          <p:cNvPr id="29" name="Text Placeholder 28">
            <a:extLst>
              <a:ext uri="{FF2B5EF4-FFF2-40B4-BE49-F238E27FC236}">
                <a16:creationId xmlns:a16="http://schemas.microsoft.com/office/drawing/2014/main" id="{0376FD67-44BD-4A6C-B45E-3F49491D5B05}"/>
              </a:ext>
            </a:extLst>
          </p:cNvPr>
          <p:cNvSpPr>
            <a:spLocks noGrp="1"/>
          </p:cNvSpPr>
          <p:nvPr>
            <p:ph type="body" sz="quarter" idx="22"/>
          </p:nvPr>
        </p:nvSpPr>
        <p:spPr/>
        <p:txBody>
          <a:bodyPr/>
          <a:lstStyle/>
          <a:p>
            <a:endParaRPr lang="en-US" dirty="0"/>
          </a:p>
        </p:txBody>
      </p:sp>
      <p:sp>
        <p:nvSpPr>
          <p:cNvPr id="30" name="Text Placeholder 29">
            <a:extLst>
              <a:ext uri="{FF2B5EF4-FFF2-40B4-BE49-F238E27FC236}">
                <a16:creationId xmlns:a16="http://schemas.microsoft.com/office/drawing/2014/main" id="{918F5281-5A3A-4324-831A-466D988A5C84}"/>
              </a:ext>
            </a:extLst>
          </p:cNvPr>
          <p:cNvSpPr>
            <a:spLocks noGrp="1"/>
          </p:cNvSpPr>
          <p:nvPr>
            <p:ph type="body" sz="quarter" idx="23"/>
          </p:nvPr>
        </p:nvSpPr>
        <p:spPr/>
        <p:txBody>
          <a:bodyPr/>
          <a:lstStyle/>
          <a:p>
            <a:endParaRPr lang="en-US" dirty="0"/>
          </a:p>
        </p:txBody>
      </p:sp>
      <p:sp>
        <p:nvSpPr>
          <p:cNvPr id="31" name="Text Placeholder 30">
            <a:extLst>
              <a:ext uri="{FF2B5EF4-FFF2-40B4-BE49-F238E27FC236}">
                <a16:creationId xmlns:a16="http://schemas.microsoft.com/office/drawing/2014/main" id="{8883E8AC-E591-407F-8D30-3D6376D9DF3E}"/>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4121256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9E7C01-D0B2-473D-8ACE-C4FFD37CEA5C}"/>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536902AE-7C74-4011-9AB1-CD36C3F7D90E}"/>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4BD83909-8968-40F4-8090-FC5C35796C55}"/>
              </a:ext>
            </a:extLst>
          </p:cNvPr>
          <p:cNvSpPr>
            <a:spLocks noGrp="1"/>
          </p:cNvSpPr>
          <p:nvPr>
            <p:ph type="body" sz="quarter" idx="18"/>
          </p:nvPr>
        </p:nvSpPr>
        <p:spPr/>
        <p:txBody>
          <a:bodyPr/>
          <a:lstStyle/>
          <a:p>
            <a:endParaRPr lang="en-US"/>
          </a:p>
        </p:txBody>
      </p:sp>
      <p:sp>
        <p:nvSpPr>
          <p:cNvPr id="5" name="Text Placeholder 4">
            <a:extLst>
              <a:ext uri="{FF2B5EF4-FFF2-40B4-BE49-F238E27FC236}">
                <a16:creationId xmlns:a16="http://schemas.microsoft.com/office/drawing/2014/main" id="{951BE63A-B789-4855-8186-5FA629DBFF75}"/>
              </a:ext>
            </a:extLst>
          </p:cNvPr>
          <p:cNvSpPr>
            <a:spLocks noGrp="1"/>
          </p:cNvSpPr>
          <p:nvPr>
            <p:ph type="body" sz="quarter" idx="19"/>
          </p:nvPr>
        </p:nvSpPr>
        <p:spPr/>
        <p:txBody>
          <a:bodyPr/>
          <a:lstStyle/>
          <a:p>
            <a:endParaRPr lang="en-US"/>
          </a:p>
        </p:txBody>
      </p:sp>
      <p:sp>
        <p:nvSpPr>
          <p:cNvPr id="6" name="Text Placeholder 5">
            <a:extLst>
              <a:ext uri="{FF2B5EF4-FFF2-40B4-BE49-F238E27FC236}">
                <a16:creationId xmlns:a16="http://schemas.microsoft.com/office/drawing/2014/main" id="{7374F8D1-83DB-4C57-9232-6C2D977293F7}"/>
              </a:ext>
            </a:extLst>
          </p:cNvPr>
          <p:cNvSpPr>
            <a:spLocks noGrp="1"/>
          </p:cNvSpPr>
          <p:nvPr>
            <p:ph type="body" sz="quarter" idx="20"/>
          </p:nvPr>
        </p:nvSpPr>
        <p:spPr/>
        <p:txBody>
          <a:bodyPr/>
          <a:lstStyle/>
          <a:p>
            <a:endParaRPr lang="en-US"/>
          </a:p>
        </p:txBody>
      </p:sp>
      <p:sp>
        <p:nvSpPr>
          <p:cNvPr id="7" name="Text Placeholder 6">
            <a:extLst>
              <a:ext uri="{FF2B5EF4-FFF2-40B4-BE49-F238E27FC236}">
                <a16:creationId xmlns:a16="http://schemas.microsoft.com/office/drawing/2014/main" id="{791B01B6-4E05-46E0-B3B2-A65CF41CC9D7}"/>
              </a:ext>
            </a:extLst>
          </p:cNvPr>
          <p:cNvSpPr>
            <a:spLocks noGrp="1"/>
          </p:cNvSpPr>
          <p:nvPr>
            <p:ph type="body" sz="quarter" idx="21"/>
          </p:nvPr>
        </p:nvSpPr>
        <p:spPr/>
        <p:txBody>
          <a:bodyPr/>
          <a:lstStyle/>
          <a:p>
            <a:endParaRPr lang="en-US"/>
          </a:p>
        </p:txBody>
      </p:sp>
      <p:sp>
        <p:nvSpPr>
          <p:cNvPr id="8" name="Text Placeholder 7">
            <a:extLst>
              <a:ext uri="{FF2B5EF4-FFF2-40B4-BE49-F238E27FC236}">
                <a16:creationId xmlns:a16="http://schemas.microsoft.com/office/drawing/2014/main" id="{00679795-8E0A-444F-8BBE-0BCF98E5A09E}"/>
              </a:ext>
            </a:extLst>
          </p:cNvPr>
          <p:cNvSpPr>
            <a:spLocks noGrp="1"/>
          </p:cNvSpPr>
          <p:nvPr>
            <p:ph type="body" sz="quarter" idx="22"/>
          </p:nvPr>
        </p:nvSpPr>
        <p:spPr/>
        <p:txBody>
          <a:bodyPr/>
          <a:lstStyle/>
          <a:p>
            <a:endParaRPr lang="en-US"/>
          </a:p>
        </p:txBody>
      </p:sp>
      <p:sp>
        <p:nvSpPr>
          <p:cNvPr id="9" name="Text Placeholder 8">
            <a:extLst>
              <a:ext uri="{FF2B5EF4-FFF2-40B4-BE49-F238E27FC236}">
                <a16:creationId xmlns:a16="http://schemas.microsoft.com/office/drawing/2014/main" id="{9A18960A-FEFC-4D6E-8615-077B989F514B}"/>
              </a:ext>
            </a:extLst>
          </p:cNvPr>
          <p:cNvSpPr>
            <a:spLocks noGrp="1"/>
          </p:cNvSpPr>
          <p:nvPr>
            <p:ph type="body" sz="quarter" idx="23"/>
          </p:nvPr>
        </p:nvSpPr>
        <p:spPr/>
        <p:txBody>
          <a:bodyPr/>
          <a:lstStyle/>
          <a:p>
            <a:endParaRPr lang="en-US"/>
          </a:p>
        </p:txBody>
      </p:sp>
      <p:sp>
        <p:nvSpPr>
          <p:cNvPr id="10" name="Text Placeholder 9">
            <a:extLst>
              <a:ext uri="{FF2B5EF4-FFF2-40B4-BE49-F238E27FC236}">
                <a16:creationId xmlns:a16="http://schemas.microsoft.com/office/drawing/2014/main" id="{E93314ED-F97B-4787-9691-933310291EB8}"/>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1918B0E7-1F0B-4188-84A1-B258F7BB843B}"/>
              </a:ext>
            </a:extLst>
          </p:cNvPr>
          <p:cNvSpPr>
            <a:spLocks noGrp="1"/>
          </p:cNvSpPr>
          <p:nvPr>
            <p:ph type="body" sz="quarter" idx="25"/>
          </p:nvPr>
        </p:nvSpPr>
        <p:spPr/>
        <p:txBody>
          <a:bodyPr/>
          <a:lstStyle/>
          <a:p>
            <a:endParaRPr lang="en-US"/>
          </a:p>
        </p:txBody>
      </p:sp>
      <p:sp>
        <p:nvSpPr>
          <p:cNvPr id="12" name="Text Placeholder 11">
            <a:extLst>
              <a:ext uri="{FF2B5EF4-FFF2-40B4-BE49-F238E27FC236}">
                <a16:creationId xmlns:a16="http://schemas.microsoft.com/office/drawing/2014/main" id="{DD73F79B-EBA4-4B69-B1EB-9E31DCEBFA66}"/>
              </a:ext>
            </a:extLst>
          </p:cNvPr>
          <p:cNvSpPr>
            <a:spLocks noGrp="1"/>
          </p:cNvSpPr>
          <p:nvPr>
            <p:ph type="body" sz="quarter" idx="26"/>
          </p:nvPr>
        </p:nvSpPr>
        <p:spPr/>
        <p:txBody>
          <a:bodyPr/>
          <a:lstStyle/>
          <a:p>
            <a:endParaRPr lang="en-US"/>
          </a:p>
        </p:txBody>
      </p:sp>
      <p:sp>
        <p:nvSpPr>
          <p:cNvPr id="13" name="Chart Placeholder 12">
            <a:extLst>
              <a:ext uri="{FF2B5EF4-FFF2-40B4-BE49-F238E27FC236}">
                <a16:creationId xmlns:a16="http://schemas.microsoft.com/office/drawing/2014/main" id="{338AFC20-8848-46EE-98E7-3F39DDDF1A42}"/>
              </a:ext>
            </a:extLst>
          </p:cNvPr>
          <p:cNvSpPr>
            <a:spLocks noGrp="1"/>
          </p:cNvSpPr>
          <p:nvPr>
            <p:ph type="chart" sz="quarter" idx="27"/>
          </p:nvPr>
        </p:nvSpPr>
        <p:spPr/>
      </p:sp>
      <p:sp>
        <p:nvSpPr>
          <p:cNvPr id="14" name="Chart Placeholder 13">
            <a:extLst>
              <a:ext uri="{FF2B5EF4-FFF2-40B4-BE49-F238E27FC236}">
                <a16:creationId xmlns:a16="http://schemas.microsoft.com/office/drawing/2014/main" id="{2F262FDC-BC29-4626-A52F-9D06F9ACFB7A}"/>
              </a:ext>
            </a:extLst>
          </p:cNvPr>
          <p:cNvSpPr>
            <a:spLocks noGrp="1"/>
          </p:cNvSpPr>
          <p:nvPr>
            <p:ph type="chart" sz="quarter" idx="28"/>
          </p:nvPr>
        </p:nvSpPr>
        <p:spPr/>
      </p:sp>
      <p:sp>
        <p:nvSpPr>
          <p:cNvPr id="15" name="Text Placeholder 14">
            <a:extLst>
              <a:ext uri="{FF2B5EF4-FFF2-40B4-BE49-F238E27FC236}">
                <a16:creationId xmlns:a16="http://schemas.microsoft.com/office/drawing/2014/main" id="{9DAC1C90-5BB6-4AF6-9C03-E09C693AB6B8}"/>
              </a:ext>
            </a:extLst>
          </p:cNvPr>
          <p:cNvSpPr>
            <a:spLocks noGrp="1"/>
          </p:cNvSpPr>
          <p:nvPr>
            <p:ph type="body" sz="quarter" idx="29"/>
          </p:nvPr>
        </p:nvSpPr>
        <p:spPr/>
        <p:txBody>
          <a:bodyPr/>
          <a:lstStyle/>
          <a:p>
            <a:endParaRPr lang="en-US"/>
          </a:p>
        </p:txBody>
      </p:sp>
      <p:sp>
        <p:nvSpPr>
          <p:cNvPr id="16" name="Picture Placeholder 15">
            <a:extLst>
              <a:ext uri="{FF2B5EF4-FFF2-40B4-BE49-F238E27FC236}">
                <a16:creationId xmlns:a16="http://schemas.microsoft.com/office/drawing/2014/main" id="{3B47C545-BB35-4A4E-8053-CA78F8149D21}"/>
              </a:ext>
            </a:extLst>
          </p:cNvPr>
          <p:cNvSpPr>
            <a:spLocks noGrp="1"/>
          </p:cNvSpPr>
          <p:nvPr>
            <p:ph type="pic" sz="quarter" idx="30"/>
          </p:nvPr>
        </p:nvSpPr>
        <p:spPr/>
      </p:sp>
      <p:sp>
        <p:nvSpPr>
          <p:cNvPr id="17" name="Picture Placeholder 16">
            <a:extLst>
              <a:ext uri="{FF2B5EF4-FFF2-40B4-BE49-F238E27FC236}">
                <a16:creationId xmlns:a16="http://schemas.microsoft.com/office/drawing/2014/main" id="{27E5E257-28D2-490A-AA64-34EBB0D04664}"/>
              </a:ext>
            </a:extLst>
          </p:cNvPr>
          <p:cNvSpPr>
            <a:spLocks noGrp="1"/>
          </p:cNvSpPr>
          <p:nvPr>
            <p:ph type="pic" sz="quarter" idx="31"/>
          </p:nvPr>
        </p:nvSpPr>
        <p:spPr/>
      </p:sp>
      <p:sp>
        <p:nvSpPr>
          <p:cNvPr id="18" name="Picture Placeholder 17">
            <a:extLst>
              <a:ext uri="{FF2B5EF4-FFF2-40B4-BE49-F238E27FC236}">
                <a16:creationId xmlns:a16="http://schemas.microsoft.com/office/drawing/2014/main" id="{4A150DAE-F541-4EB3-A3D2-D10A15B076A2}"/>
              </a:ext>
            </a:extLst>
          </p:cNvPr>
          <p:cNvSpPr>
            <a:spLocks noGrp="1"/>
          </p:cNvSpPr>
          <p:nvPr>
            <p:ph type="pic" sz="quarter" idx="32"/>
          </p:nvPr>
        </p:nvSpPr>
        <p:spPr/>
      </p:sp>
      <p:sp>
        <p:nvSpPr>
          <p:cNvPr id="19" name="TextBox 18">
            <a:extLst>
              <a:ext uri="{FF2B5EF4-FFF2-40B4-BE49-F238E27FC236}">
                <a16:creationId xmlns:a16="http://schemas.microsoft.com/office/drawing/2014/main" id="{CD354CC1-24AA-493B-95BC-470F65257B2E}"/>
              </a:ext>
            </a:extLst>
          </p:cNvPr>
          <p:cNvSpPr txBox="1"/>
          <p:nvPr/>
        </p:nvSpPr>
        <p:spPr>
          <a:xfrm>
            <a:off x="1565081" y="1540030"/>
            <a:ext cx="9197209" cy="5170646"/>
          </a:xfrm>
          <a:prstGeom prst="rect">
            <a:avLst/>
          </a:prstGeom>
          <a:noFill/>
        </p:spPr>
        <p:txBody>
          <a:bodyPr wrap="square" rtlCol="0">
            <a:spAutoFit/>
          </a:bodyPr>
          <a:lstStyle/>
          <a:p>
            <a:pPr algn="ctr"/>
            <a:r>
              <a:rPr lang="en-US" sz="6600" dirty="0">
                <a:solidFill>
                  <a:srgbClr val="FF0000"/>
                </a:solidFill>
              </a:rPr>
              <a:t>USE IF COMMERCIALIZATION PLAN IS WELL DEFINED, OTHERWISE DELETE</a:t>
            </a:r>
          </a:p>
        </p:txBody>
      </p:sp>
    </p:spTree>
    <p:extLst>
      <p:ext uri="{BB962C8B-B14F-4D97-AF65-F5344CB8AC3E}">
        <p14:creationId xmlns:p14="http://schemas.microsoft.com/office/powerpoint/2010/main" val="176033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hero-image.jpg" descr="hero-image.jpg">
            <a:extLst>
              <a:ext uri="{FF2B5EF4-FFF2-40B4-BE49-F238E27FC236}">
                <a16:creationId xmlns:a16="http://schemas.microsoft.com/office/drawing/2014/main" id="{6BB11D64-D12C-4825-B7DB-5827E1499C7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8131126" y="0"/>
            <a:ext cx="4060874" cy="6863675"/>
          </a:xfrm>
          <a:prstGeom prst="rect">
            <a:avLst/>
          </a:prstGeom>
          <a:ln w="12700">
            <a:miter lim="400000"/>
          </a:ln>
        </p:spPr>
      </p:pic>
      <p:graphicFrame>
        <p:nvGraphicFramePr>
          <p:cNvPr id="5" name="Table 4">
            <a:extLst>
              <a:ext uri="{FF2B5EF4-FFF2-40B4-BE49-F238E27FC236}">
                <a16:creationId xmlns:a16="http://schemas.microsoft.com/office/drawing/2014/main" id="{6F760202-ACD7-41B4-B258-6DC8D96B0DA7}"/>
              </a:ext>
            </a:extLst>
          </p:cNvPr>
          <p:cNvGraphicFramePr>
            <a:graphicFrameLocks noGrp="1"/>
          </p:cNvGraphicFramePr>
          <p:nvPr>
            <p:extLst>
              <p:ext uri="{D42A27DB-BD31-4B8C-83A1-F6EECF244321}">
                <p14:modId xmlns:p14="http://schemas.microsoft.com/office/powerpoint/2010/main" val="335535165"/>
              </p:ext>
            </p:extLst>
          </p:nvPr>
        </p:nvGraphicFramePr>
        <p:xfrm>
          <a:off x="414214" y="1795359"/>
          <a:ext cx="7196408" cy="4591375"/>
        </p:xfrm>
        <a:graphic>
          <a:graphicData uri="http://schemas.openxmlformats.org/drawingml/2006/table">
            <a:tbl>
              <a:tblPr firstRow="1" bandRow="1">
                <a:tableStyleId>{EB344D84-9AFB-497E-A393-DC336BA19D2E}</a:tableStyleId>
              </a:tblPr>
              <a:tblGrid>
                <a:gridCol w="3294661">
                  <a:extLst>
                    <a:ext uri="{9D8B030D-6E8A-4147-A177-3AD203B41FA5}">
                      <a16:colId xmlns:a16="http://schemas.microsoft.com/office/drawing/2014/main" val="4166929406"/>
                    </a:ext>
                  </a:extLst>
                </a:gridCol>
                <a:gridCol w="1068224">
                  <a:extLst>
                    <a:ext uri="{9D8B030D-6E8A-4147-A177-3AD203B41FA5}">
                      <a16:colId xmlns:a16="http://schemas.microsoft.com/office/drawing/2014/main" val="3638211140"/>
                    </a:ext>
                  </a:extLst>
                </a:gridCol>
                <a:gridCol w="1034421">
                  <a:extLst>
                    <a:ext uri="{9D8B030D-6E8A-4147-A177-3AD203B41FA5}">
                      <a16:colId xmlns:a16="http://schemas.microsoft.com/office/drawing/2014/main" val="151924433"/>
                    </a:ext>
                  </a:extLst>
                </a:gridCol>
                <a:gridCol w="1799102">
                  <a:extLst>
                    <a:ext uri="{9D8B030D-6E8A-4147-A177-3AD203B41FA5}">
                      <a16:colId xmlns:a16="http://schemas.microsoft.com/office/drawing/2014/main" val="490953972"/>
                    </a:ext>
                  </a:extLst>
                </a:gridCol>
              </a:tblGrid>
              <a:tr h="918275">
                <a:tc>
                  <a:txBody>
                    <a:bodyPr/>
                    <a:lstStyle/>
                    <a:p>
                      <a:r>
                        <a:rPr lang="en-US" sz="1400" dirty="0"/>
                        <a:t>MILESTONES PLANNED PAST QUARTER</a:t>
                      </a:r>
                      <a:endParaRPr lang="en-US" sz="1400" b="1" dirty="0">
                        <a:solidFill>
                          <a:schemeClr val="tx1"/>
                        </a:solidFill>
                      </a:endParaRPr>
                    </a:p>
                  </a:txBody>
                  <a:tcPr anchor="ctr"/>
                </a:tc>
                <a:tc>
                  <a:txBody>
                    <a:bodyPr/>
                    <a:lstStyle/>
                    <a:p>
                      <a:r>
                        <a:rPr lang="en-US" sz="1400" dirty="0"/>
                        <a:t>PLANNED END DATE</a:t>
                      </a:r>
                      <a:endParaRPr lang="en-US" sz="1400" b="1" dirty="0">
                        <a:solidFill>
                          <a:schemeClr val="tx1"/>
                        </a:solidFill>
                      </a:endParaRPr>
                    </a:p>
                  </a:txBody>
                  <a:tcPr anchor="ctr"/>
                </a:tc>
                <a:tc>
                  <a:txBody>
                    <a:bodyPr/>
                    <a:lstStyle/>
                    <a:p>
                      <a:r>
                        <a:rPr lang="en-US" sz="1400" dirty="0"/>
                        <a:t>ACTUAL END DATE</a:t>
                      </a:r>
                      <a:endParaRPr lang="en-US" sz="1400" b="1" dirty="0">
                        <a:solidFill>
                          <a:schemeClr val="tx1"/>
                        </a:solidFill>
                      </a:endParaRPr>
                    </a:p>
                  </a:txBody>
                  <a:tcPr anchor="ctr"/>
                </a:tc>
                <a:tc>
                  <a:txBody>
                    <a:bodyPr/>
                    <a:lstStyle/>
                    <a:p>
                      <a:r>
                        <a:rPr lang="en-US" sz="1400" dirty="0"/>
                        <a:t>STATUS</a:t>
                      </a:r>
                      <a:endParaRPr lang="en-US" sz="1400" b="1" dirty="0">
                        <a:solidFill>
                          <a:schemeClr val="tx1"/>
                        </a:solidFill>
                      </a:endParaRPr>
                    </a:p>
                  </a:txBody>
                  <a:tcPr anchor="ctr"/>
                </a:tc>
                <a:extLst>
                  <a:ext uri="{0D108BD9-81ED-4DB2-BD59-A6C34878D82A}">
                    <a16:rowId xmlns:a16="http://schemas.microsoft.com/office/drawing/2014/main" val="1898058416"/>
                  </a:ext>
                </a:extLst>
              </a:tr>
              <a:tr h="918275">
                <a:tc>
                  <a:txBody>
                    <a:bodyPr/>
                    <a:lstStyle/>
                    <a:p>
                      <a:endParaRPr lang="en-US" dirty="0"/>
                    </a:p>
                  </a:txBody>
                  <a:tcPr anchor="ctr"/>
                </a:tc>
                <a:tc>
                  <a:txBody>
                    <a:bodyPr/>
                    <a:lstStyle/>
                    <a:p>
                      <a:endParaRPr lang="en-US" dirty="0"/>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366307317"/>
                  </a:ext>
                </a:extLst>
              </a:tr>
              <a:tr h="918275">
                <a:tc>
                  <a:txBody>
                    <a:bodyPr/>
                    <a:lstStyle/>
                    <a:p>
                      <a:endParaRPr lang="en-US"/>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2309631416"/>
                  </a:ext>
                </a:extLst>
              </a:tr>
              <a:tr h="918275">
                <a:tc>
                  <a:txBody>
                    <a:bodyPr/>
                    <a:lstStyle/>
                    <a:p>
                      <a:endParaRPr lang="en-US"/>
                    </a:p>
                  </a:txBody>
                  <a:tcPr anchor="ctr"/>
                </a:tc>
                <a:tc>
                  <a:txBody>
                    <a:bodyPr/>
                    <a:lstStyle/>
                    <a:p>
                      <a:endParaRPr lang="en-US" dirty="0"/>
                    </a:p>
                  </a:txBody>
                  <a:tcPr anchor="ctr"/>
                </a:tc>
                <a:tc>
                  <a:txBody>
                    <a:bodyPr/>
                    <a:lstStyle/>
                    <a:p>
                      <a:endParaRPr lang="en-US"/>
                    </a:p>
                  </a:txBody>
                  <a:tcPr anchor="ctr"/>
                </a:tc>
                <a:tc>
                  <a:txBody>
                    <a:bodyPr/>
                    <a:lstStyle/>
                    <a:p>
                      <a:endParaRPr lang="en-US" dirty="0"/>
                    </a:p>
                  </a:txBody>
                  <a:tcPr anchor="ctr"/>
                </a:tc>
                <a:extLst>
                  <a:ext uri="{0D108BD9-81ED-4DB2-BD59-A6C34878D82A}">
                    <a16:rowId xmlns:a16="http://schemas.microsoft.com/office/drawing/2014/main" val="2641628150"/>
                  </a:ext>
                </a:extLst>
              </a:tr>
              <a:tr h="918275">
                <a:tc>
                  <a:txBody>
                    <a:bodyPr/>
                    <a:lstStyle/>
                    <a:p>
                      <a:endParaRPr lang="en-US" dirty="0"/>
                    </a:p>
                  </a:txBody>
                  <a:tcPr anchor="ctr"/>
                </a:tc>
                <a:tc>
                  <a:txBody>
                    <a:bodyPr/>
                    <a:lstStyle/>
                    <a:p>
                      <a:endParaRPr lang="en-US"/>
                    </a:p>
                  </a:txBody>
                  <a:tcPr anchor="ctr"/>
                </a:tc>
                <a:tc>
                  <a:txBody>
                    <a:bodyPr/>
                    <a:lstStyle/>
                    <a:p>
                      <a:endParaRPr lang="en-US"/>
                    </a:p>
                  </a:txBody>
                  <a:tcPr anchor="ctr"/>
                </a:tc>
                <a:tc>
                  <a:txBody>
                    <a:bodyPr/>
                    <a:lstStyle/>
                    <a:p>
                      <a:endParaRPr lang="en-US" dirty="0"/>
                    </a:p>
                  </a:txBody>
                  <a:tcPr anchor="ctr"/>
                </a:tc>
                <a:extLst>
                  <a:ext uri="{0D108BD9-81ED-4DB2-BD59-A6C34878D82A}">
                    <a16:rowId xmlns:a16="http://schemas.microsoft.com/office/drawing/2014/main" val="2017474912"/>
                  </a:ext>
                </a:extLst>
              </a:tr>
            </a:tbl>
          </a:graphicData>
        </a:graphic>
      </p:graphicFrame>
      <p:sp>
        <p:nvSpPr>
          <p:cNvPr id="6" name="TextBox 5">
            <a:extLst>
              <a:ext uri="{FF2B5EF4-FFF2-40B4-BE49-F238E27FC236}">
                <a16:creationId xmlns:a16="http://schemas.microsoft.com/office/drawing/2014/main" id="{102B8508-70C4-4E96-BFE0-334D1725FDE0}"/>
              </a:ext>
            </a:extLst>
          </p:cNvPr>
          <p:cNvSpPr txBox="1"/>
          <p:nvPr/>
        </p:nvSpPr>
        <p:spPr>
          <a:xfrm>
            <a:off x="366584" y="6574438"/>
            <a:ext cx="11552700" cy="215444"/>
          </a:xfrm>
          <a:prstGeom prst="rect">
            <a:avLst/>
          </a:prstGeom>
          <a:noFill/>
        </p:spPr>
        <p:txBody>
          <a:bodyPr wrap="square" rtlCol="0">
            <a:spAutoFit/>
          </a:bodyPr>
          <a:lstStyle/>
          <a:p>
            <a:pPr algn="r"/>
            <a:r>
              <a:rPr lang="en-US" sz="800" dirty="0" err="1">
                <a:solidFill>
                  <a:schemeClr val="accent5">
                    <a:lumMod val="20000"/>
                    <a:lumOff val="80000"/>
                  </a:schemeClr>
                </a:solidFill>
                <a:latin typeface="Arial" panose="020B0604020202020204" pitchFamily="34" charset="0"/>
                <a:cs typeface="Arial" panose="020B0604020202020204" pitchFamily="34" charset="0"/>
              </a:rPr>
              <a:t>MxD</a:t>
            </a:r>
            <a:r>
              <a:rPr lang="en-US" sz="800" dirty="0">
                <a:solidFill>
                  <a:schemeClr val="accent5">
                    <a:lumMod val="20000"/>
                    <a:lumOff val="80000"/>
                  </a:schemeClr>
                </a:solidFill>
                <a:latin typeface="Arial" panose="020B0604020202020204" pitchFamily="34" charset="0"/>
                <a:cs typeface="Arial" panose="020B0604020202020204" pitchFamily="34" charset="0"/>
              </a:rPr>
              <a:t> Proprietary: Do Not Distribute</a:t>
            </a:r>
          </a:p>
        </p:txBody>
      </p:sp>
      <p:sp>
        <p:nvSpPr>
          <p:cNvPr id="7" name="Rectangle 6">
            <a:extLst>
              <a:ext uri="{FF2B5EF4-FFF2-40B4-BE49-F238E27FC236}">
                <a16:creationId xmlns:a16="http://schemas.microsoft.com/office/drawing/2014/main" id="{B47BFB8B-6FF6-4183-AB2C-1F230E989BAB}"/>
              </a:ext>
            </a:extLst>
          </p:cNvPr>
          <p:cNvSpPr/>
          <p:nvPr/>
        </p:nvSpPr>
        <p:spPr>
          <a:xfrm>
            <a:off x="11281719" y="0"/>
            <a:ext cx="910281" cy="57054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ACFC937-AA1B-45AD-906F-F500D1DDC1B1}"/>
              </a:ext>
            </a:extLst>
          </p:cNvPr>
          <p:cNvSpPr txBox="1"/>
          <p:nvPr/>
        </p:nvSpPr>
        <p:spPr>
          <a:xfrm>
            <a:off x="11446329" y="60265"/>
            <a:ext cx="670439" cy="461665"/>
          </a:xfrm>
          <a:prstGeom prst="rect">
            <a:avLst/>
          </a:prstGeom>
          <a:noFill/>
        </p:spPr>
        <p:txBody>
          <a:bodyPr wrap="square" rtlCol="0">
            <a:spAutoFit/>
          </a:bodyPr>
          <a:lstStyle/>
          <a:p>
            <a:pPr algn="r"/>
            <a:fld id="{A6941645-4E6A-4021-B956-930EB24847D2}" type="slidenum">
              <a:rPr lang="en-US" sz="2400" b="1" smtClean="0">
                <a:solidFill>
                  <a:schemeClr val="bg1"/>
                </a:solidFill>
                <a:latin typeface="Arial" panose="020B0604020202020204" pitchFamily="34" charset="0"/>
                <a:cs typeface="Arial" panose="020B0604020202020204" pitchFamily="34" charset="0"/>
              </a:rPr>
              <a:t>9</a:t>
            </a:fld>
            <a:endParaRPr lang="en-US" sz="2400" b="1" dirty="0">
              <a:solidFill>
                <a:schemeClr val="bg1"/>
              </a:solidFill>
              <a:latin typeface="Arial" panose="020B0604020202020204" pitchFamily="34" charset="0"/>
              <a:cs typeface="Arial" panose="020B0604020202020204" pitchFamily="34" charset="0"/>
            </a:endParaRPr>
          </a:p>
        </p:txBody>
      </p:sp>
      <p:sp>
        <p:nvSpPr>
          <p:cNvPr id="12" name="Text Placeholder 11">
            <a:extLst>
              <a:ext uri="{FF2B5EF4-FFF2-40B4-BE49-F238E27FC236}">
                <a16:creationId xmlns:a16="http://schemas.microsoft.com/office/drawing/2014/main" id="{1E86DC97-2CAD-47F5-81E3-27A6EAB02C78}"/>
              </a:ext>
            </a:extLst>
          </p:cNvPr>
          <p:cNvSpPr>
            <a:spLocks noGrp="1"/>
          </p:cNvSpPr>
          <p:nvPr>
            <p:ph type="body" sz="quarter" idx="10"/>
          </p:nvPr>
        </p:nvSpPr>
        <p:spPr>
          <a:xfrm>
            <a:off x="290513" y="674395"/>
            <a:ext cx="7243762" cy="1027112"/>
          </a:xfrm>
        </p:spPr>
        <p:txBody>
          <a:bodyPr/>
          <a:lstStyle/>
          <a:p>
            <a:r>
              <a:rPr lang="en-US" dirty="0"/>
              <a:t>What did the team plan to do this past quarter? </a:t>
            </a:r>
          </a:p>
          <a:p>
            <a:r>
              <a:rPr lang="en-US" dirty="0"/>
              <a:t>What did the team accomplish this past quarter? </a:t>
            </a:r>
          </a:p>
          <a:p>
            <a:r>
              <a:rPr lang="en-US" dirty="0"/>
              <a:t>How do these technical progress details tie into the overall solution? </a:t>
            </a:r>
          </a:p>
          <a:p>
            <a:r>
              <a:rPr lang="en-US" dirty="0"/>
              <a:t>What is the connection of each task to the end goal?</a:t>
            </a:r>
          </a:p>
          <a:p>
            <a:r>
              <a:rPr lang="en-US" dirty="0"/>
              <a:t> Opportunity for demonstration of project work</a:t>
            </a:r>
          </a:p>
          <a:p>
            <a:endParaRPr lang="en-US" dirty="0"/>
          </a:p>
        </p:txBody>
      </p:sp>
      <p:sp>
        <p:nvSpPr>
          <p:cNvPr id="14" name="Text Placeholder 13">
            <a:extLst>
              <a:ext uri="{FF2B5EF4-FFF2-40B4-BE49-F238E27FC236}">
                <a16:creationId xmlns:a16="http://schemas.microsoft.com/office/drawing/2014/main" id="{2B4A71F7-3CB6-4753-B238-435C5FB41609}"/>
              </a:ext>
            </a:extLst>
          </p:cNvPr>
          <p:cNvSpPr>
            <a:spLocks noGrp="1"/>
          </p:cNvSpPr>
          <p:nvPr>
            <p:ph type="body" sz="quarter" idx="12"/>
          </p:nvPr>
        </p:nvSpPr>
        <p:spPr>
          <a:xfrm>
            <a:off x="290513" y="187325"/>
            <a:ext cx="7319962" cy="433388"/>
          </a:xfrm>
        </p:spPr>
        <p:txBody>
          <a:bodyPr/>
          <a:lstStyle/>
          <a:p>
            <a:r>
              <a:rPr lang="en-US" dirty="0"/>
              <a:t>REVIEW OF PROGRESS</a:t>
            </a:r>
          </a:p>
        </p:txBody>
      </p:sp>
    </p:spTree>
    <p:extLst>
      <p:ext uri="{BB962C8B-B14F-4D97-AF65-F5344CB8AC3E}">
        <p14:creationId xmlns:p14="http://schemas.microsoft.com/office/powerpoint/2010/main" val="1281322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26F30D05-53D3-4EB6-8C95-079B1460C61F}"/>
              </a:ext>
            </a:extLst>
          </p:cNvPr>
          <p:cNvSpPr>
            <a:spLocks noGrp="1"/>
          </p:cNvSpPr>
          <p:nvPr>
            <p:ph type="chart" sz="quarter" idx="10"/>
          </p:nvPr>
        </p:nvSpPr>
        <p:spPr/>
      </p:sp>
      <p:sp>
        <p:nvSpPr>
          <p:cNvPr id="3" name="Text Placeholder 2">
            <a:extLst>
              <a:ext uri="{FF2B5EF4-FFF2-40B4-BE49-F238E27FC236}">
                <a16:creationId xmlns:a16="http://schemas.microsoft.com/office/drawing/2014/main" id="{A80DBF2E-BD6E-4976-BC65-D95A2FBD8B5A}"/>
              </a:ext>
            </a:extLst>
          </p:cNvPr>
          <p:cNvSpPr>
            <a:spLocks noGrp="1"/>
          </p:cNvSpPr>
          <p:nvPr>
            <p:ph type="body" sz="quarter" idx="12"/>
          </p:nvPr>
        </p:nvSpPr>
        <p:spPr/>
        <p:txBody>
          <a:bodyPr/>
          <a:lstStyle/>
          <a:p>
            <a:r>
              <a:rPr lang="en-US" dirty="0"/>
              <a:t>REVIEW OF PROGRESS</a:t>
            </a:r>
          </a:p>
        </p:txBody>
      </p:sp>
    </p:spTree>
    <p:extLst>
      <p:ext uri="{BB962C8B-B14F-4D97-AF65-F5344CB8AC3E}">
        <p14:creationId xmlns:p14="http://schemas.microsoft.com/office/powerpoint/2010/main" val="4254523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9AE1-3F3C-4941-B5AC-92FB0F4C9905}"/>
              </a:ext>
            </a:extLst>
          </p:cNvPr>
          <p:cNvSpPr>
            <a:spLocks noGrp="1"/>
          </p:cNvSpPr>
          <p:nvPr>
            <p:ph type="title"/>
          </p:nvPr>
        </p:nvSpPr>
        <p:spPr/>
        <p:txBody>
          <a:bodyPr/>
          <a:lstStyle/>
          <a:p>
            <a:r>
              <a:rPr lang="en-US" dirty="0"/>
              <a:t>DEMONSTRATION</a:t>
            </a:r>
          </a:p>
        </p:txBody>
      </p:sp>
    </p:spTree>
    <p:extLst>
      <p:ext uri="{BB962C8B-B14F-4D97-AF65-F5344CB8AC3E}">
        <p14:creationId xmlns:p14="http://schemas.microsoft.com/office/powerpoint/2010/main" val="3523751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EC585F-01E2-4B00-AF8E-40F85A74F6F1}"/>
              </a:ext>
            </a:extLst>
          </p:cNvPr>
          <p:cNvSpPr>
            <a:spLocks noGrp="1"/>
          </p:cNvSpPr>
          <p:nvPr>
            <p:ph type="body" sz="quarter" idx="12"/>
          </p:nvPr>
        </p:nvSpPr>
        <p:spPr/>
        <p:txBody>
          <a:bodyPr/>
          <a:lstStyle/>
          <a:p>
            <a:r>
              <a:rPr lang="en-US" dirty="0"/>
              <a:t>DEMONSTRATION</a:t>
            </a:r>
          </a:p>
        </p:txBody>
      </p:sp>
      <p:sp>
        <p:nvSpPr>
          <p:cNvPr id="3" name="Content Placeholder 2">
            <a:extLst>
              <a:ext uri="{FF2B5EF4-FFF2-40B4-BE49-F238E27FC236}">
                <a16:creationId xmlns:a16="http://schemas.microsoft.com/office/drawing/2014/main" id="{88A504DE-3E19-4830-99A6-26FA29BA829D}"/>
              </a:ext>
            </a:extLst>
          </p:cNvPr>
          <p:cNvSpPr>
            <a:spLocks noGrp="1"/>
          </p:cNvSpPr>
          <p:nvPr>
            <p:ph sz="quarter" idx="13"/>
          </p:nvPr>
        </p:nvSpPr>
        <p:spPr/>
        <p:txBody>
          <a:bodyPr/>
          <a:lstStyle/>
          <a:p>
            <a:r>
              <a:rPr lang="en-US" dirty="0"/>
              <a:t>Opportunity to demonstrate project work</a:t>
            </a:r>
          </a:p>
        </p:txBody>
      </p:sp>
    </p:spTree>
    <p:extLst>
      <p:ext uri="{BB962C8B-B14F-4D97-AF65-F5344CB8AC3E}">
        <p14:creationId xmlns:p14="http://schemas.microsoft.com/office/powerpoint/2010/main" val="2737273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8A6537-041F-4FF0-93FA-0825EDDF1D99}"/>
              </a:ext>
            </a:extLst>
          </p:cNvPr>
          <p:cNvSpPr>
            <a:spLocks noGrp="1"/>
          </p:cNvSpPr>
          <p:nvPr>
            <p:ph type="body" sz="quarter" idx="12"/>
          </p:nvPr>
        </p:nvSpPr>
        <p:spPr/>
        <p:txBody>
          <a:bodyPr/>
          <a:lstStyle/>
          <a:p>
            <a:r>
              <a:rPr lang="en-US" dirty="0"/>
              <a:t>DEMONSTRATION</a:t>
            </a:r>
          </a:p>
        </p:txBody>
      </p:sp>
      <p:sp>
        <p:nvSpPr>
          <p:cNvPr id="3" name="Content Placeholder 2">
            <a:extLst>
              <a:ext uri="{FF2B5EF4-FFF2-40B4-BE49-F238E27FC236}">
                <a16:creationId xmlns:a16="http://schemas.microsoft.com/office/drawing/2014/main" id="{4BA1D6F1-A302-4B6F-AD8C-68E3BE43112B}"/>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4049847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541120-B6F3-4599-9BE1-8DF93A7EFFA3}"/>
              </a:ext>
            </a:extLst>
          </p:cNvPr>
          <p:cNvSpPr>
            <a:spLocks noGrp="1"/>
          </p:cNvSpPr>
          <p:nvPr>
            <p:ph sz="quarter" idx="10"/>
          </p:nvPr>
        </p:nvSpPr>
        <p:spPr/>
        <p:txBody>
          <a:bodyPr/>
          <a:lstStyle/>
          <a:p>
            <a:r>
              <a:rPr lang="en-US" dirty="0"/>
              <a:t>TECHNICAL LESSONS LEARNED</a:t>
            </a:r>
          </a:p>
        </p:txBody>
      </p:sp>
      <p:sp>
        <p:nvSpPr>
          <p:cNvPr id="3" name="Content Placeholder 2">
            <a:extLst>
              <a:ext uri="{FF2B5EF4-FFF2-40B4-BE49-F238E27FC236}">
                <a16:creationId xmlns:a16="http://schemas.microsoft.com/office/drawing/2014/main" id="{88BC9F28-519E-4FEB-B952-AD8F5F1185EB}"/>
              </a:ext>
            </a:extLst>
          </p:cNvPr>
          <p:cNvSpPr>
            <a:spLocks noGrp="1"/>
          </p:cNvSpPr>
          <p:nvPr>
            <p:ph sz="quarter" idx="12"/>
          </p:nvPr>
        </p:nvSpPr>
        <p:spPr/>
        <p:txBody>
          <a:bodyPr/>
          <a:lstStyle/>
          <a:p>
            <a:pPr marL="171450" lvl="0"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What went well?</a:t>
            </a:r>
          </a:p>
          <a:p>
            <a:pPr marL="171450" lvl="0"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What went poorly? And associated learnings?</a:t>
            </a:r>
          </a:p>
          <a:p>
            <a:pPr marL="171450" lvl="0"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What do you want to do differently?</a:t>
            </a:r>
          </a:p>
          <a:p>
            <a:pPr marL="171450" lvl="0" indent="-171450">
              <a:lnSpc>
                <a:spcPct val="100000"/>
              </a:lnSpc>
              <a:spcBef>
                <a:spcPts val="0"/>
              </a:spcBef>
              <a:buClr>
                <a:srgbClr val="DA2328"/>
              </a:buClr>
              <a:buFont typeface="Wingdings" panose="05000000000000000000" pitchFamily="2" charset="2"/>
              <a:buChar char="§"/>
            </a:pPr>
            <a:endParaRPr lang="en-US" sz="1000" i="1" dirty="0">
              <a:solidFill>
                <a:srgbClr val="4A4A4B"/>
              </a:solidFill>
            </a:endParaRPr>
          </a:p>
          <a:p>
            <a:pPr lvl="0">
              <a:lnSpc>
                <a:spcPct val="100000"/>
              </a:lnSpc>
              <a:spcBef>
                <a:spcPts val="0"/>
              </a:spcBef>
              <a:buClr>
                <a:srgbClr val="DA2328"/>
              </a:buClr>
            </a:pPr>
            <a:r>
              <a:rPr lang="en-US" sz="1000" i="1" dirty="0">
                <a:solidFill>
                  <a:srgbClr val="4A4A4B"/>
                </a:solidFill>
              </a:rPr>
              <a:t>When answering these questions, keep in mind:</a:t>
            </a:r>
          </a:p>
          <a:p>
            <a:pPr marL="628650" lvl="1"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the teams understanding of the problem space</a:t>
            </a:r>
          </a:p>
          <a:p>
            <a:pPr marL="628650" lvl="1"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the technical feasibility of the solution</a:t>
            </a:r>
          </a:p>
          <a:p>
            <a:pPr marL="628650" lvl="1"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the solution value to industry users</a:t>
            </a:r>
          </a:p>
          <a:p>
            <a:pPr marL="628650" lvl="1" indent="-171450">
              <a:lnSpc>
                <a:spcPct val="100000"/>
              </a:lnSpc>
              <a:spcBef>
                <a:spcPts val="0"/>
              </a:spcBef>
              <a:buClr>
                <a:srgbClr val="DA2328"/>
              </a:buClr>
              <a:buFont typeface="Wingdings" panose="05000000000000000000" pitchFamily="2" charset="2"/>
              <a:buChar char="§"/>
            </a:pPr>
            <a:r>
              <a:rPr lang="en-US" sz="1000" i="1" dirty="0">
                <a:solidFill>
                  <a:srgbClr val="4A4A4B"/>
                </a:solidFill>
              </a:rPr>
              <a:t>impediments to project solution success within industry</a:t>
            </a:r>
          </a:p>
          <a:p>
            <a:pPr marL="171450" lvl="0" indent="-171450">
              <a:lnSpc>
                <a:spcPct val="100000"/>
              </a:lnSpc>
              <a:spcBef>
                <a:spcPts val="0"/>
              </a:spcBef>
              <a:buClr>
                <a:srgbClr val="DA2328"/>
              </a:buClr>
              <a:buFont typeface="Wingdings" panose="05000000000000000000" pitchFamily="2" charset="2"/>
              <a:buChar char="§"/>
            </a:pPr>
            <a:endParaRPr lang="en-US" sz="1000" dirty="0">
              <a:solidFill>
                <a:srgbClr val="4A4A4B"/>
              </a:solidFill>
            </a:endParaRPr>
          </a:p>
          <a:p>
            <a:endParaRPr lang="en-US" dirty="0"/>
          </a:p>
        </p:txBody>
      </p:sp>
    </p:spTree>
    <p:extLst>
      <p:ext uri="{BB962C8B-B14F-4D97-AF65-F5344CB8AC3E}">
        <p14:creationId xmlns:p14="http://schemas.microsoft.com/office/powerpoint/2010/main" val="2232046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B90BC2-90E2-47A2-86D6-27B3D092C07F}"/>
              </a:ext>
            </a:extLst>
          </p:cNvPr>
          <p:cNvSpPr>
            <a:spLocks noGrp="1"/>
          </p:cNvSpPr>
          <p:nvPr>
            <p:ph sz="quarter" idx="10"/>
          </p:nvPr>
        </p:nvSpPr>
        <p:spPr/>
        <p:txBody>
          <a:bodyPr/>
          <a:lstStyle/>
          <a:p>
            <a:r>
              <a:rPr lang="en-US" dirty="0"/>
              <a:t>Explain how MxD Members can get involved or provide support</a:t>
            </a:r>
          </a:p>
          <a:p>
            <a:pPr lvl="1"/>
            <a:r>
              <a:rPr lang="en-US" dirty="0"/>
              <a:t>What technical feedback do you need? </a:t>
            </a:r>
          </a:p>
          <a:p>
            <a:pPr lvl="1"/>
            <a:r>
              <a:rPr lang="en-US" dirty="0"/>
              <a:t>Do you need testing/validation sites?</a:t>
            </a:r>
          </a:p>
        </p:txBody>
      </p:sp>
      <p:sp>
        <p:nvSpPr>
          <p:cNvPr id="3" name="Content Placeholder 2">
            <a:extLst>
              <a:ext uri="{FF2B5EF4-FFF2-40B4-BE49-F238E27FC236}">
                <a16:creationId xmlns:a16="http://schemas.microsoft.com/office/drawing/2014/main" id="{C9B749E9-E673-456D-9743-A316FBB4365E}"/>
              </a:ext>
            </a:extLst>
          </p:cNvPr>
          <p:cNvSpPr>
            <a:spLocks noGrp="1"/>
          </p:cNvSpPr>
          <p:nvPr>
            <p:ph sz="quarter" idx="11"/>
          </p:nvPr>
        </p:nvSpPr>
        <p:spPr/>
        <p:txBody>
          <a:bodyPr/>
          <a:lstStyle/>
          <a:p>
            <a:r>
              <a:rPr lang="en-US" dirty="0"/>
              <a:t>How might the team better leverage the MxD network? </a:t>
            </a:r>
          </a:p>
        </p:txBody>
      </p:sp>
      <p:sp>
        <p:nvSpPr>
          <p:cNvPr id="4" name="Content Placeholder 3">
            <a:extLst>
              <a:ext uri="{FF2B5EF4-FFF2-40B4-BE49-F238E27FC236}">
                <a16:creationId xmlns:a16="http://schemas.microsoft.com/office/drawing/2014/main" id="{BB26D7DB-E377-4546-92B7-FAD9024CE075}"/>
              </a:ext>
            </a:extLst>
          </p:cNvPr>
          <p:cNvSpPr>
            <a:spLocks noGrp="1"/>
          </p:cNvSpPr>
          <p:nvPr>
            <p:ph sz="quarter" idx="12"/>
          </p:nvPr>
        </p:nvSpPr>
        <p:spPr/>
        <p:txBody>
          <a:bodyPr/>
          <a:lstStyle/>
          <a:p>
            <a:r>
              <a:rPr lang="en-US" dirty="0"/>
              <a:t>Do you need a transition or commercialization partner? </a:t>
            </a:r>
          </a:p>
          <a:p>
            <a:endParaRPr lang="en-US" dirty="0"/>
          </a:p>
        </p:txBody>
      </p:sp>
      <p:sp>
        <p:nvSpPr>
          <p:cNvPr id="5" name="Content Placeholder 4">
            <a:extLst>
              <a:ext uri="{FF2B5EF4-FFF2-40B4-BE49-F238E27FC236}">
                <a16:creationId xmlns:a16="http://schemas.microsoft.com/office/drawing/2014/main" id="{165B9066-82B9-4164-AE14-D49F32D34D8D}"/>
              </a:ext>
            </a:extLst>
          </p:cNvPr>
          <p:cNvSpPr>
            <a:spLocks noGrp="1"/>
          </p:cNvSpPr>
          <p:nvPr>
            <p:ph sz="quarter" idx="13"/>
          </p:nvPr>
        </p:nvSpPr>
        <p:spPr/>
        <p:txBody>
          <a:bodyPr/>
          <a:lstStyle/>
          <a:p>
            <a:endParaRPr lang="en-US"/>
          </a:p>
        </p:txBody>
      </p:sp>
      <p:sp>
        <p:nvSpPr>
          <p:cNvPr id="6" name="Content Placeholder 5">
            <a:extLst>
              <a:ext uri="{FF2B5EF4-FFF2-40B4-BE49-F238E27FC236}">
                <a16:creationId xmlns:a16="http://schemas.microsoft.com/office/drawing/2014/main" id="{2EE63F24-B96C-4C68-AC4D-80DDC16E0D49}"/>
              </a:ext>
            </a:extLst>
          </p:cNvPr>
          <p:cNvSpPr>
            <a:spLocks noGrp="1"/>
          </p:cNvSpPr>
          <p:nvPr>
            <p:ph sz="quarter" idx="14"/>
          </p:nvPr>
        </p:nvSpPr>
        <p:spPr/>
        <p:txBody>
          <a:bodyPr/>
          <a:lstStyle/>
          <a:p>
            <a:r>
              <a:rPr lang="en-US" dirty="0"/>
              <a:t>HOW TO GET INVOLVED</a:t>
            </a:r>
          </a:p>
        </p:txBody>
      </p:sp>
    </p:spTree>
    <p:extLst>
      <p:ext uri="{BB962C8B-B14F-4D97-AF65-F5344CB8AC3E}">
        <p14:creationId xmlns:p14="http://schemas.microsoft.com/office/powerpoint/2010/main" val="4151203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452E05-4464-4C65-8B0B-825FA1F18784}"/>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B4C138F0-3364-4238-BCFB-D6A892D0E1F2}"/>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B45C88C9-3A04-4020-9BB5-20E6898A55EC}"/>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BC1EE69F-C2DF-42CD-B073-B23B8398AE8F}"/>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5E0FE006-3213-4850-BD37-389386355B22}"/>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5B755D97-948C-483B-B428-0C2073D887D3}"/>
              </a:ext>
            </a:extLst>
          </p:cNvPr>
          <p:cNvSpPr>
            <a:spLocks noGrp="1"/>
          </p:cNvSpPr>
          <p:nvPr>
            <p:ph type="body" sz="quarter" idx="15"/>
          </p:nvPr>
        </p:nvSpPr>
        <p:spPr/>
        <p:txBody>
          <a:bodyPr/>
          <a:lstStyle/>
          <a:p>
            <a:endParaRPr lang="en-US"/>
          </a:p>
        </p:txBody>
      </p:sp>
      <p:sp>
        <p:nvSpPr>
          <p:cNvPr id="8" name="Text Placeholder 7">
            <a:extLst>
              <a:ext uri="{FF2B5EF4-FFF2-40B4-BE49-F238E27FC236}">
                <a16:creationId xmlns:a16="http://schemas.microsoft.com/office/drawing/2014/main" id="{EEC230FF-18A5-4B01-AC55-E28465666B79}"/>
              </a:ext>
            </a:extLst>
          </p:cNvPr>
          <p:cNvSpPr>
            <a:spLocks noGrp="1"/>
          </p:cNvSpPr>
          <p:nvPr>
            <p:ph type="body" sz="quarter" idx="29"/>
          </p:nvPr>
        </p:nvSpPr>
        <p:spPr/>
        <p:txBody>
          <a:bodyPr/>
          <a:lstStyle/>
          <a:p>
            <a:endParaRPr lang="en-US"/>
          </a:p>
        </p:txBody>
      </p:sp>
      <p:sp>
        <p:nvSpPr>
          <p:cNvPr id="9" name="Text Placeholder 8">
            <a:extLst>
              <a:ext uri="{FF2B5EF4-FFF2-40B4-BE49-F238E27FC236}">
                <a16:creationId xmlns:a16="http://schemas.microsoft.com/office/drawing/2014/main" id="{D4C146C3-1A7D-4509-A1BA-4A8410EEB677}"/>
              </a:ext>
            </a:extLst>
          </p:cNvPr>
          <p:cNvSpPr>
            <a:spLocks noGrp="1"/>
          </p:cNvSpPr>
          <p:nvPr>
            <p:ph type="body" sz="quarter" idx="31"/>
          </p:nvPr>
        </p:nvSpPr>
        <p:spPr/>
        <p:txBody>
          <a:bodyPr/>
          <a:lstStyle/>
          <a:p>
            <a:endParaRPr lang="en-US"/>
          </a:p>
        </p:txBody>
      </p:sp>
      <p:sp>
        <p:nvSpPr>
          <p:cNvPr id="10" name="Picture Placeholder 9">
            <a:extLst>
              <a:ext uri="{FF2B5EF4-FFF2-40B4-BE49-F238E27FC236}">
                <a16:creationId xmlns:a16="http://schemas.microsoft.com/office/drawing/2014/main" id="{A6005D90-38BC-4D3E-BD6E-39262E1872BA}"/>
              </a:ext>
            </a:extLst>
          </p:cNvPr>
          <p:cNvSpPr>
            <a:spLocks noGrp="1"/>
          </p:cNvSpPr>
          <p:nvPr>
            <p:ph type="pic" sz="quarter" idx="32"/>
          </p:nvPr>
        </p:nvSpPr>
        <p:spPr/>
      </p:sp>
      <p:sp>
        <p:nvSpPr>
          <p:cNvPr id="11" name="Picture Placeholder 10">
            <a:extLst>
              <a:ext uri="{FF2B5EF4-FFF2-40B4-BE49-F238E27FC236}">
                <a16:creationId xmlns:a16="http://schemas.microsoft.com/office/drawing/2014/main" id="{8A370E9B-3634-465A-B6F1-5FD72220AC04}"/>
              </a:ext>
            </a:extLst>
          </p:cNvPr>
          <p:cNvSpPr>
            <a:spLocks noGrp="1"/>
          </p:cNvSpPr>
          <p:nvPr>
            <p:ph type="pic" sz="quarter" idx="33"/>
          </p:nvPr>
        </p:nvSpPr>
        <p:spPr/>
      </p:sp>
    </p:spTree>
    <p:extLst>
      <p:ext uri="{BB962C8B-B14F-4D97-AF65-F5344CB8AC3E}">
        <p14:creationId xmlns:p14="http://schemas.microsoft.com/office/powerpoint/2010/main" val="642093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FA29D4-1930-4033-9A3B-7D0228B0DC34}"/>
              </a:ext>
            </a:extLst>
          </p:cNvPr>
          <p:cNvSpPr>
            <a:spLocks noGrp="1"/>
          </p:cNvSpPr>
          <p:nvPr>
            <p:ph type="body" sz="quarter" idx="12"/>
          </p:nvPr>
        </p:nvSpPr>
        <p:spPr/>
        <p:txBody>
          <a:bodyPr/>
          <a:lstStyle/>
          <a:p>
            <a:r>
              <a:rPr lang="en-US" dirty="0"/>
              <a:t>BACK-UP SLIDES</a:t>
            </a:r>
          </a:p>
        </p:txBody>
      </p:sp>
      <p:sp>
        <p:nvSpPr>
          <p:cNvPr id="3" name="Content Placeholder 2">
            <a:extLst>
              <a:ext uri="{FF2B5EF4-FFF2-40B4-BE49-F238E27FC236}">
                <a16:creationId xmlns:a16="http://schemas.microsoft.com/office/drawing/2014/main" id="{27B09673-BCD1-4E81-802E-E471ED9EE97F}"/>
              </a:ext>
            </a:extLst>
          </p:cNvPr>
          <p:cNvSpPr>
            <a:spLocks noGrp="1"/>
          </p:cNvSpPr>
          <p:nvPr>
            <p:ph sz="quarter" idx="13"/>
          </p:nvPr>
        </p:nvSpPr>
        <p:spPr/>
        <p:txBody>
          <a:bodyPr/>
          <a:lstStyle/>
          <a:p>
            <a:r>
              <a:rPr lang="en-US" dirty="0"/>
              <a:t>Following slides provided as back-up for information presented</a:t>
            </a:r>
          </a:p>
        </p:txBody>
      </p:sp>
    </p:spTree>
    <p:extLst>
      <p:ext uri="{BB962C8B-B14F-4D97-AF65-F5344CB8AC3E}">
        <p14:creationId xmlns:p14="http://schemas.microsoft.com/office/powerpoint/2010/main" val="2823762089"/>
      </p:ext>
    </p:extLst>
  </p:cSld>
  <p:clrMapOvr>
    <a:masterClrMapping/>
  </p:clrMapOvr>
</p:sld>
</file>

<file path=ppt/theme/theme1.xml><?xml version="1.0" encoding="utf-8"?>
<a:theme xmlns:a="http://schemas.openxmlformats.org/drawingml/2006/main" name="Office Theme">
  <a:themeElements>
    <a:clrScheme name="MxD Color Scheme">
      <a:dk1>
        <a:sysClr val="windowText" lastClr="000000"/>
      </a:dk1>
      <a:lt1>
        <a:sysClr val="window" lastClr="FFFFFF"/>
      </a:lt1>
      <a:dk2>
        <a:srgbClr val="4A4A4B"/>
      </a:dk2>
      <a:lt2>
        <a:srgbClr val="F7F8F9"/>
      </a:lt2>
      <a:accent1>
        <a:srgbClr val="DA2328"/>
      </a:accent1>
      <a:accent2>
        <a:srgbClr val="AA182C"/>
      </a:accent2>
      <a:accent3>
        <a:srgbClr val="000000"/>
      </a:accent3>
      <a:accent4>
        <a:srgbClr val="FFFFFF"/>
      </a:accent4>
      <a:accent5>
        <a:srgbClr val="4A4A4B"/>
      </a:accent5>
      <a:accent6>
        <a:srgbClr val="F7F8F9"/>
      </a:accent6>
      <a:hlink>
        <a:srgbClr val="DA2328"/>
      </a:hlink>
      <a:folHlink>
        <a:srgbClr val="4A4A4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dlc_DocId xmlns="22707592-1df5-4212-a5a2-7fd3b625c79c">S45AWDC5HU4Y-1670735836-227594</_dlc_DocId>
    <_dlc_DocIdUrl xmlns="22707592-1df5-4212-a5a2-7fd3b625c79c">
      <Url>https://uilabs365.sharepoint.com/sites/MxDSharePoint/_layouts/15/DocIdRedir.aspx?ID=S45AWDC5HU4Y-1670735836-227594</Url>
      <Description>S45AWDC5HU4Y-1670735836-227594</Description>
    </_dlc_DocIdUrl>
    <SharedWithUsers xmlns="22707592-1df5-4212-a5a2-7fd3b625c79c">
      <UserInfo>
        <DisplayName/>
        <AccountId xsi:nil="true"/>
        <AccountType/>
      </UserInfo>
    </SharedWithUsers>
    <_dlc_DocIdPersistId xmlns="22707592-1df5-4212-a5a2-7fd3b625c79c">false</_dlc_DocIdPersistId>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E385835182384D4693D9E87EB771118C" ma:contentTypeVersion="19" ma:contentTypeDescription="Create a new document." ma:contentTypeScope="" ma:versionID="a537b88f2ccf0370f055cf9bd9f5bfed">
  <xsd:schema xmlns:xsd="http://www.w3.org/2001/XMLSchema" xmlns:xs="http://www.w3.org/2001/XMLSchema" xmlns:p="http://schemas.microsoft.com/office/2006/metadata/properties" xmlns:ns2="22707592-1df5-4212-a5a2-7fd3b625c79c" xmlns:ns3="fb0498d3-e847-4f18-b2db-40306c57b647" targetNamespace="http://schemas.microsoft.com/office/2006/metadata/properties" ma:root="true" ma:fieldsID="69da2293b64e5e38af7673c30bcc9721" ns2:_="" ns3:_="">
    <xsd:import namespace="22707592-1df5-4212-a5a2-7fd3b625c79c"/>
    <xsd:import namespace="fb0498d3-e847-4f18-b2db-40306c57b647"/>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707592-1df5-4212-a5a2-7fd3b625c79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498d3-e847-4f18-b2db-40306c57b647"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4C499B-92E4-45E9-987A-B480230CB3DD}">
  <ds:schemaRefs>
    <ds:schemaRef ds:uri="http://schemas.microsoft.com/sharepoint/events"/>
  </ds:schemaRefs>
</ds:datastoreItem>
</file>

<file path=customXml/itemProps2.xml><?xml version="1.0" encoding="utf-8"?>
<ds:datastoreItem xmlns:ds="http://schemas.openxmlformats.org/officeDocument/2006/customXml" ds:itemID="{A3667135-CB20-4507-A556-A27D87B35818}">
  <ds:schemaRefs>
    <ds:schemaRef ds:uri="http://schemas.microsoft.com/sharepoint/v3/contenttype/forms"/>
  </ds:schemaRefs>
</ds:datastoreItem>
</file>

<file path=customXml/itemProps3.xml><?xml version="1.0" encoding="utf-8"?>
<ds:datastoreItem xmlns:ds="http://schemas.openxmlformats.org/officeDocument/2006/customXml" ds:itemID="{84C40485-3854-41BE-B9B3-D1B932A2BE5B}">
  <ds:schemaRefs>
    <ds:schemaRef ds:uri="22707592-1df5-4212-a5a2-7fd3b625c79c"/>
    <ds:schemaRef ds:uri="http://purl.org/dc/elements/1.1/"/>
    <ds:schemaRef ds:uri="http://schemas.microsoft.com/office/infopath/2007/PartnerControls"/>
    <ds:schemaRef ds:uri="http://schemas.openxmlformats.org/package/2006/metadata/core-properties"/>
    <ds:schemaRef ds:uri="http://purl.org/dc/dcmitype/"/>
    <ds:schemaRef ds:uri="fb0498d3-e847-4f18-b2db-40306c57b647"/>
    <ds:schemaRef ds:uri="http://schemas.microsoft.com/office/2006/documentManagement/types"/>
    <ds:schemaRef ds:uri="http://schemas.microsoft.com/office/2006/metadata/properties"/>
    <ds:schemaRef ds:uri="http://www.w3.org/XML/1998/namespace"/>
    <ds:schemaRef ds:uri="http://purl.org/dc/terms/"/>
  </ds:schemaRefs>
</ds:datastoreItem>
</file>

<file path=customXml/itemProps4.xml><?xml version="1.0" encoding="utf-8"?>
<ds:datastoreItem xmlns:ds="http://schemas.openxmlformats.org/officeDocument/2006/customXml" ds:itemID="{E7AB99DF-21F7-4300-86A1-F01AD0068D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707592-1df5-4212-a5a2-7fd3b625c79c"/>
    <ds:schemaRef ds:uri="fb0498d3-e847-4f18-b2db-40306c57b6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5453</TotalTime>
  <Words>422</Words>
  <Application>Microsoft Office PowerPoint</Application>
  <PresentationFormat>Widescreen</PresentationFormat>
  <Paragraphs>68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DEMONSTRATION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Katia Valenzuela</dc:creator>
  <cp:lastModifiedBy>Nenad Nenadic</cp:lastModifiedBy>
  <cp:revision>14</cp:revision>
  <dcterms:created xsi:type="dcterms:W3CDTF">2019-03-26T18:26:08Z</dcterms:created>
  <dcterms:modified xsi:type="dcterms:W3CDTF">2022-05-16T16:04:48Z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0x010100E385835182384D4693D9E87EB771118C</vt:lpwstr>
  </property>
  <property fmtid="{D5CDD505-2E9C-101B-9397-08002B2CF9AE}" pid="3" name="_dlc_DocIdItemGuid">
    <vt:lpwstr>a81d30d4-24b6-4c3a-a719-951b96de34ed</vt:lpwstr>
  </property>
  <property fmtid="{D5CDD505-2E9C-101B-9397-08002B2CF9AE}" pid="4" name="Order">
    <vt:r8>13595800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ies>
</file>