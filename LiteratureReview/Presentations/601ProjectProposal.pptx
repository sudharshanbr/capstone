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7"/>
  </p:normalViewPr>
  <p:slideViewPr>
    <p:cSldViewPr snapToGrid="0" snapToObjects="1">
      <p:cViewPr varScale="1">
        <p:scale>
          <a:sx n="90" d="100"/>
          <a:sy n="90" d="100"/>
        </p:scale>
        <p:origin x="2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30204-E656-4881-983E-04393B98769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09E6DE-30AB-47E6-9A8A-539BC529BE1A}">
      <dgm:prSet/>
      <dgm:spPr/>
      <dgm:t>
        <a:bodyPr/>
        <a:lstStyle/>
        <a:p>
          <a:r>
            <a:rPr lang="en-US" dirty="0"/>
            <a:t>Businesses can lose customers, revenue.</a:t>
          </a:r>
        </a:p>
      </dgm:t>
    </dgm:pt>
    <dgm:pt modelId="{6FFE3556-6E18-45D5-BF4D-CAC5C404C348}" type="parTrans" cxnId="{55B224DE-FDD7-407E-A2B1-5E513C88CDB1}">
      <dgm:prSet/>
      <dgm:spPr/>
      <dgm:t>
        <a:bodyPr/>
        <a:lstStyle/>
        <a:p>
          <a:endParaRPr lang="en-US"/>
        </a:p>
      </dgm:t>
    </dgm:pt>
    <dgm:pt modelId="{06754E97-9B30-4D2A-95EC-6FFC11B8EAF5}" type="sibTrans" cxnId="{55B224DE-FDD7-407E-A2B1-5E513C88CDB1}">
      <dgm:prSet/>
      <dgm:spPr/>
      <dgm:t>
        <a:bodyPr/>
        <a:lstStyle/>
        <a:p>
          <a:endParaRPr lang="en-US"/>
        </a:p>
      </dgm:t>
    </dgm:pt>
    <dgm:pt modelId="{7F950C66-9069-448F-A322-F2C7931E064F}">
      <dgm:prSet/>
      <dgm:spPr/>
      <dgm:t>
        <a:bodyPr/>
        <a:lstStyle/>
        <a:p>
          <a:r>
            <a:rPr lang="en-US" dirty="0"/>
            <a:t>Global Trade forecasted growth = $28 trillion.</a:t>
          </a:r>
        </a:p>
      </dgm:t>
    </dgm:pt>
    <dgm:pt modelId="{1D816DC6-8A49-4579-B3A6-7A65A2394F4F}" type="parTrans" cxnId="{F8A088D7-C7E8-4E5D-8C79-CEAE9B9DDA0B}">
      <dgm:prSet/>
      <dgm:spPr/>
      <dgm:t>
        <a:bodyPr/>
        <a:lstStyle/>
        <a:p>
          <a:endParaRPr lang="en-US"/>
        </a:p>
      </dgm:t>
    </dgm:pt>
    <dgm:pt modelId="{F3C4AEBC-D995-4B8C-85E5-FF0A16B4E2C4}" type="sibTrans" cxnId="{F8A088D7-C7E8-4E5D-8C79-CEAE9B9DDA0B}">
      <dgm:prSet/>
      <dgm:spPr/>
      <dgm:t>
        <a:bodyPr/>
        <a:lstStyle/>
        <a:p>
          <a:endParaRPr lang="en-US"/>
        </a:p>
      </dgm:t>
    </dgm:pt>
    <dgm:pt modelId="{A6CFB1BC-260B-40DD-9010-3DC603C91A93}">
      <dgm:prSet/>
      <dgm:spPr/>
      <dgm:t>
        <a:bodyPr/>
        <a:lstStyle/>
        <a:p>
          <a:r>
            <a:rPr lang="en-US" dirty="0"/>
            <a:t>Example : </a:t>
          </a:r>
          <a:r>
            <a:rPr lang="en-US" b="0" i="0" u="none" dirty="0"/>
            <a:t>Supply chain squeeze costs Apple $6B in revenue.</a:t>
          </a:r>
          <a:endParaRPr lang="en-US" b="0" dirty="0"/>
        </a:p>
      </dgm:t>
    </dgm:pt>
    <dgm:pt modelId="{3FD178F6-BDBA-445A-8B26-F18AD00F2E60}" type="parTrans" cxnId="{D8AB1B58-E9D9-4C2B-B1F0-AADBB4809168}">
      <dgm:prSet/>
      <dgm:spPr/>
      <dgm:t>
        <a:bodyPr/>
        <a:lstStyle/>
        <a:p>
          <a:endParaRPr lang="en-US"/>
        </a:p>
      </dgm:t>
    </dgm:pt>
    <dgm:pt modelId="{EB50B44E-3EE1-4238-B4E0-2E9A80842E08}" type="sibTrans" cxnId="{D8AB1B58-E9D9-4C2B-B1F0-AADBB4809168}">
      <dgm:prSet/>
      <dgm:spPr/>
      <dgm:t>
        <a:bodyPr/>
        <a:lstStyle/>
        <a:p>
          <a:endParaRPr lang="en-US"/>
        </a:p>
      </dgm:t>
    </dgm:pt>
    <dgm:pt modelId="{5A1DB24C-1286-4444-9709-6004C478D85C}" type="pres">
      <dgm:prSet presAssocID="{9A330204-E656-4881-983E-04393B987695}" presName="vert0" presStyleCnt="0">
        <dgm:presLayoutVars>
          <dgm:dir/>
          <dgm:animOne val="branch"/>
          <dgm:animLvl val="lvl"/>
        </dgm:presLayoutVars>
      </dgm:prSet>
      <dgm:spPr/>
    </dgm:pt>
    <dgm:pt modelId="{FDA46DDD-6CFB-3142-9FBB-C8B5499E2A91}" type="pres">
      <dgm:prSet presAssocID="{3009E6DE-30AB-47E6-9A8A-539BC529BE1A}" presName="thickLine" presStyleLbl="alignNode1" presStyleIdx="0" presStyleCnt="3"/>
      <dgm:spPr/>
    </dgm:pt>
    <dgm:pt modelId="{B09896E2-F670-1A4F-9F6F-972340F75714}" type="pres">
      <dgm:prSet presAssocID="{3009E6DE-30AB-47E6-9A8A-539BC529BE1A}" presName="horz1" presStyleCnt="0"/>
      <dgm:spPr/>
    </dgm:pt>
    <dgm:pt modelId="{DA693EC9-B235-524F-92D0-5BC41512FCC1}" type="pres">
      <dgm:prSet presAssocID="{3009E6DE-30AB-47E6-9A8A-539BC529BE1A}" presName="tx1" presStyleLbl="revTx" presStyleIdx="0" presStyleCnt="3"/>
      <dgm:spPr/>
    </dgm:pt>
    <dgm:pt modelId="{1334602F-7535-5643-9DEF-B64B8F200022}" type="pres">
      <dgm:prSet presAssocID="{3009E6DE-30AB-47E6-9A8A-539BC529BE1A}" presName="vert1" presStyleCnt="0"/>
      <dgm:spPr/>
    </dgm:pt>
    <dgm:pt modelId="{E19EE184-073B-D444-916C-B0AB1E6F4013}" type="pres">
      <dgm:prSet presAssocID="{7F950C66-9069-448F-A322-F2C7931E064F}" presName="thickLine" presStyleLbl="alignNode1" presStyleIdx="1" presStyleCnt="3"/>
      <dgm:spPr/>
    </dgm:pt>
    <dgm:pt modelId="{F87AE00A-004A-E140-8EEB-24DFA280119E}" type="pres">
      <dgm:prSet presAssocID="{7F950C66-9069-448F-A322-F2C7931E064F}" presName="horz1" presStyleCnt="0"/>
      <dgm:spPr/>
    </dgm:pt>
    <dgm:pt modelId="{E337C6AB-8A71-6F42-9CD6-A4E60FAB795D}" type="pres">
      <dgm:prSet presAssocID="{7F950C66-9069-448F-A322-F2C7931E064F}" presName="tx1" presStyleLbl="revTx" presStyleIdx="1" presStyleCnt="3"/>
      <dgm:spPr/>
    </dgm:pt>
    <dgm:pt modelId="{9FE3405B-B10C-1A49-B21E-4078F16328E6}" type="pres">
      <dgm:prSet presAssocID="{7F950C66-9069-448F-A322-F2C7931E064F}" presName="vert1" presStyleCnt="0"/>
      <dgm:spPr/>
    </dgm:pt>
    <dgm:pt modelId="{CC94A337-2850-3A42-B2A0-D3B53F12F0ED}" type="pres">
      <dgm:prSet presAssocID="{A6CFB1BC-260B-40DD-9010-3DC603C91A93}" presName="thickLine" presStyleLbl="alignNode1" presStyleIdx="2" presStyleCnt="3"/>
      <dgm:spPr/>
    </dgm:pt>
    <dgm:pt modelId="{7E42CB07-D5A4-9E4B-873D-F131BA5134DC}" type="pres">
      <dgm:prSet presAssocID="{A6CFB1BC-260B-40DD-9010-3DC603C91A93}" presName="horz1" presStyleCnt="0"/>
      <dgm:spPr/>
    </dgm:pt>
    <dgm:pt modelId="{C3BCC4EB-A595-7C4C-ADBE-12A5A32DE895}" type="pres">
      <dgm:prSet presAssocID="{A6CFB1BC-260B-40DD-9010-3DC603C91A93}" presName="tx1" presStyleLbl="revTx" presStyleIdx="2" presStyleCnt="3"/>
      <dgm:spPr/>
    </dgm:pt>
    <dgm:pt modelId="{F6AD8CF1-64A2-544C-9E19-24EAA94B76CE}" type="pres">
      <dgm:prSet presAssocID="{A6CFB1BC-260B-40DD-9010-3DC603C91A93}" presName="vert1" presStyleCnt="0"/>
      <dgm:spPr/>
    </dgm:pt>
  </dgm:ptLst>
  <dgm:cxnLst>
    <dgm:cxn modelId="{45762E01-4C11-9140-929A-65545B1FFC3C}" type="presOf" srcId="{3009E6DE-30AB-47E6-9A8A-539BC529BE1A}" destId="{DA693EC9-B235-524F-92D0-5BC41512FCC1}" srcOrd="0" destOrd="0" presId="urn:microsoft.com/office/officeart/2008/layout/LinedList"/>
    <dgm:cxn modelId="{DB1D5013-070F-ED43-BBA7-0AF471EB2EDC}" type="presOf" srcId="{7F950C66-9069-448F-A322-F2C7931E064F}" destId="{E337C6AB-8A71-6F42-9CD6-A4E60FAB795D}" srcOrd="0" destOrd="0" presId="urn:microsoft.com/office/officeart/2008/layout/LinedList"/>
    <dgm:cxn modelId="{330B3A1A-BF9C-EF48-B42F-B49A96515ACB}" type="presOf" srcId="{A6CFB1BC-260B-40DD-9010-3DC603C91A93}" destId="{C3BCC4EB-A595-7C4C-ADBE-12A5A32DE895}" srcOrd="0" destOrd="0" presId="urn:microsoft.com/office/officeart/2008/layout/LinedList"/>
    <dgm:cxn modelId="{D8AB1B58-E9D9-4C2B-B1F0-AADBB4809168}" srcId="{9A330204-E656-4881-983E-04393B987695}" destId="{A6CFB1BC-260B-40DD-9010-3DC603C91A93}" srcOrd="2" destOrd="0" parTransId="{3FD178F6-BDBA-445A-8B26-F18AD00F2E60}" sibTransId="{EB50B44E-3EE1-4238-B4E0-2E9A80842E08}"/>
    <dgm:cxn modelId="{26DA4364-34CD-1940-900B-F583CE6ABA6C}" type="presOf" srcId="{9A330204-E656-4881-983E-04393B987695}" destId="{5A1DB24C-1286-4444-9709-6004C478D85C}" srcOrd="0" destOrd="0" presId="urn:microsoft.com/office/officeart/2008/layout/LinedList"/>
    <dgm:cxn modelId="{F8A088D7-C7E8-4E5D-8C79-CEAE9B9DDA0B}" srcId="{9A330204-E656-4881-983E-04393B987695}" destId="{7F950C66-9069-448F-A322-F2C7931E064F}" srcOrd="1" destOrd="0" parTransId="{1D816DC6-8A49-4579-B3A6-7A65A2394F4F}" sibTransId="{F3C4AEBC-D995-4B8C-85E5-FF0A16B4E2C4}"/>
    <dgm:cxn modelId="{55B224DE-FDD7-407E-A2B1-5E513C88CDB1}" srcId="{9A330204-E656-4881-983E-04393B987695}" destId="{3009E6DE-30AB-47E6-9A8A-539BC529BE1A}" srcOrd="0" destOrd="0" parTransId="{6FFE3556-6E18-45D5-BF4D-CAC5C404C348}" sibTransId="{06754E97-9B30-4D2A-95EC-6FFC11B8EAF5}"/>
    <dgm:cxn modelId="{0039C5AF-13B2-8840-9024-76132C9B1CD9}" type="presParOf" srcId="{5A1DB24C-1286-4444-9709-6004C478D85C}" destId="{FDA46DDD-6CFB-3142-9FBB-C8B5499E2A91}" srcOrd="0" destOrd="0" presId="urn:microsoft.com/office/officeart/2008/layout/LinedList"/>
    <dgm:cxn modelId="{89B0001E-98B1-9245-9485-49049C7ACE54}" type="presParOf" srcId="{5A1DB24C-1286-4444-9709-6004C478D85C}" destId="{B09896E2-F670-1A4F-9F6F-972340F75714}" srcOrd="1" destOrd="0" presId="urn:microsoft.com/office/officeart/2008/layout/LinedList"/>
    <dgm:cxn modelId="{B8D6ADCD-3120-3E4B-8122-FD81B54C32AD}" type="presParOf" srcId="{B09896E2-F670-1A4F-9F6F-972340F75714}" destId="{DA693EC9-B235-524F-92D0-5BC41512FCC1}" srcOrd="0" destOrd="0" presId="urn:microsoft.com/office/officeart/2008/layout/LinedList"/>
    <dgm:cxn modelId="{3CB0F945-5A89-CD49-A5DC-F47039F41885}" type="presParOf" srcId="{B09896E2-F670-1A4F-9F6F-972340F75714}" destId="{1334602F-7535-5643-9DEF-B64B8F200022}" srcOrd="1" destOrd="0" presId="urn:microsoft.com/office/officeart/2008/layout/LinedList"/>
    <dgm:cxn modelId="{25D4BD7B-B3F2-604F-A667-F03B7166A247}" type="presParOf" srcId="{5A1DB24C-1286-4444-9709-6004C478D85C}" destId="{E19EE184-073B-D444-916C-B0AB1E6F4013}" srcOrd="2" destOrd="0" presId="urn:microsoft.com/office/officeart/2008/layout/LinedList"/>
    <dgm:cxn modelId="{DBE121B2-3AC1-2F48-9C07-C46F003C73F5}" type="presParOf" srcId="{5A1DB24C-1286-4444-9709-6004C478D85C}" destId="{F87AE00A-004A-E140-8EEB-24DFA280119E}" srcOrd="3" destOrd="0" presId="urn:microsoft.com/office/officeart/2008/layout/LinedList"/>
    <dgm:cxn modelId="{097EEEBD-51F9-8243-9589-1395EF5DF9AD}" type="presParOf" srcId="{F87AE00A-004A-E140-8EEB-24DFA280119E}" destId="{E337C6AB-8A71-6F42-9CD6-A4E60FAB795D}" srcOrd="0" destOrd="0" presId="urn:microsoft.com/office/officeart/2008/layout/LinedList"/>
    <dgm:cxn modelId="{1CE796EF-3108-9249-8A44-B933DD164A53}" type="presParOf" srcId="{F87AE00A-004A-E140-8EEB-24DFA280119E}" destId="{9FE3405B-B10C-1A49-B21E-4078F16328E6}" srcOrd="1" destOrd="0" presId="urn:microsoft.com/office/officeart/2008/layout/LinedList"/>
    <dgm:cxn modelId="{F73B2027-3186-4949-8699-2E7891B7E496}" type="presParOf" srcId="{5A1DB24C-1286-4444-9709-6004C478D85C}" destId="{CC94A337-2850-3A42-B2A0-D3B53F12F0ED}" srcOrd="4" destOrd="0" presId="urn:microsoft.com/office/officeart/2008/layout/LinedList"/>
    <dgm:cxn modelId="{1B0B7FD2-FB1B-0841-8BE8-496AC03344BA}" type="presParOf" srcId="{5A1DB24C-1286-4444-9709-6004C478D85C}" destId="{7E42CB07-D5A4-9E4B-873D-F131BA5134DC}" srcOrd="5" destOrd="0" presId="urn:microsoft.com/office/officeart/2008/layout/LinedList"/>
    <dgm:cxn modelId="{7CF472AF-1A51-4E4A-BD0C-9590F3B1A550}" type="presParOf" srcId="{7E42CB07-D5A4-9E4B-873D-F131BA5134DC}" destId="{C3BCC4EB-A595-7C4C-ADBE-12A5A32DE895}" srcOrd="0" destOrd="0" presId="urn:microsoft.com/office/officeart/2008/layout/LinedList"/>
    <dgm:cxn modelId="{38B0F480-8FC4-CD4F-AAAB-CEF08B8C5FB0}" type="presParOf" srcId="{7E42CB07-D5A4-9E4B-873D-F131BA5134DC}" destId="{F6AD8CF1-64A2-544C-9E19-24EAA94B76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8CEEE4-29CC-4B3C-8B7F-B29EEF2E614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D59335-310B-4EEF-8E49-40BF885332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Explore the domain by conducting literature survey.</a:t>
          </a:r>
        </a:p>
      </dgm:t>
    </dgm:pt>
    <dgm:pt modelId="{55902FEA-4478-4ADA-A34C-C60F04066E0A}" type="parTrans" cxnId="{DCDB414E-63ED-40E0-8832-D4A771E5DB3D}">
      <dgm:prSet/>
      <dgm:spPr/>
      <dgm:t>
        <a:bodyPr/>
        <a:lstStyle/>
        <a:p>
          <a:endParaRPr lang="en-US"/>
        </a:p>
      </dgm:t>
    </dgm:pt>
    <dgm:pt modelId="{64305E26-AEE6-4C34-945E-EF60FE57D0F6}" type="sibTrans" cxnId="{DCDB414E-63ED-40E0-8832-D4A771E5DB3D}">
      <dgm:prSet/>
      <dgm:spPr/>
      <dgm:t>
        <a:bodyPr/>
        <a:lstStyle/>
        <a:p>
          <a:endParaRPr lang="en-US"/>
        </a:p>
      </dgm:t>
    </dgm:pt>
    <dgm:pt modelId="{79B45093-84AC-428D-97C4-1492D07D03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existing datasets and existing optimization methods.</a:t>
          </a:r>
        </a:p>
      </dgm:t>
    </dgm:pt>
    <dgm:pt modelId="{6EC23446-6041-49E0-8DF0-4C0DDE18F559}" type="parTrans" cxnId="{D435A261-0EEE-422C-B775-69DFEBA47336}">
      <dgm:prSet/>
      <dgm:spPr/>
      <dgm:t>
        <a:bodyPr/>
        <a:lstStyle/>
        <a:p>
          <a:endParaRPr lang="en-US"/>
        </a:p>
      </dgm:t>
    </dgm:pt>
    <dgm:pt modelId="{1EF4B0DD-1E10-4499-9EC6-D9D7C13489EF}" type="sibTrans" cxnId="{D435A261-0EEE-422C-B775-69DFEBA47336}">
      <dgm:prSet/>
      <dgm:spPr/>
      <dgm:t>
        <a:bodyPr/>
        <a:lstStyle/>
        <a:p>
          <a:endParaRPr lang="en-US"/>
        </a:p>
      </dgm:t>
    </dgm:pt>
    <dgm:pt modelId="{E5737806-2B2B-4150-8443-4D5185CDBE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 synthetic data.</a:t>
          </a:r>
        </a:p>
      </dgm:t>
    </dgm:pt>
    <dgm:pt modelId="{3B26256A-FFCF-4736-920B-7FD00E2A052C}" type="parTrans" cxnId="{3235D65D-973E-4170-8D42-FB53ED3728AA}">
      <dgm:prSet/>
      <dgm:spPr/>
      <dgm:t>
        <a:bodyPr/>
        <a:lstStyle/>
        <a:p>
          <a:endParaRPr lang="en-US"/>
        </a:p>
      </dgm:t>
    </dgm:pt>
    <dgm:pt modelId="{78302C69-F7C2-4E7E-AC88-F0E5AEFFE6EF}" type="sibTrans" cxnId="{3235D65D-973E-4170-8D42-FB53ED3728AA}">
      <dgm:prSet/>
      <dgm:spPr/>
      <dgm:t>
        <a:bodyPr/>
        <a:lstStyle/>
        <a:p>
          <a:endParaRPr lang="en-US"/>
        </a:p>
      </dgm:t>
    </dgm:pt>
    <dgm:pt modelId="{F83702BF-3F5A-4F1C-B6D4-D22EBAF056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Establish an optimized framework to experiment several probabilistic modeling on data.</a:t>
          </a:r>
        </a:p>
      </dgm:t>
    </dgm:pt>
    <dgm:pt modelId="{EAD7E708-0880-46D5-B836-3665D757EFAA}" type="parTrans" cxnId="{FAEA439F-5C42-4ABB-BC3B-2588A5644D49}">
      <dgm:prSet/>
      <dgm:spPr/>
      <dgm:t>
        <a:bodyPr/>
        <a:lstStyle/>
        <a:p>
          <a:endParaRPr lang="en-US"/>
        </a:p>
      </dgm:t>
    </dgm:pt>
    <dgm:pt modelId="{53DE39C2-EE4C-4F58-A283-24FA5CDCABE0}" type="sibTrans" cxnId="{FAEA439F-5C42-4ABB-BC3B-2588A5644D49}">
      <dgm:prSet/>
      <dgm:spPr/>
      <dgm:t>
        <a:bodyPr/>
        <a:lstStyle/>
        <a:p>
          <a:endParaRPr lang="en-US"/>
        </a:p>
      </dgm:t>
    </dgm:pt>
    <dgm:pt modelId="{9A83E049-1B8A-4534-B337-436B2B5E30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Tune and improve model performance to enable accurate representation of data from the industrial partner.</a:t>
          </a:r>
        </a:p>
      </dgm:t>
    </dgm:pt>
    <dgm:pt modelId="{5E8F6887-B067-4708-BC74-E79D50782D05}" type="parTrans" cxnId="{B2B54B65-04A3-4CB7-ACA7-6B00218ED70F}">
      <dgm:prSet/>
      <dgm:spPr/>
      <dgm:t>
        <a:bodyPr/>
        <a:lstStyle/>
        <a:p>
          <a:endParaRPr lang="en-US"/>
        </a:p>
      </dgm:t>
    </dgm:pt>
    <dgm:pt modelId="{52498201-1572-4C2E-AF90-F571B80BB916}" type="sibTrans" cxnId="{B2B54B65-04A3-4CB7-ACA7-6B00218ED70F}">
      <dgm:prSet/>
      <dgm:spPr/>
      <dgm:t>
        <a:bodyPr/>
        <a:lstStyle/>
        <a:p>
          <a:endParaRPr lang="en-US"/>
        </a:p>
      </dgm:t>
    </dgm:pt>
    <dgm:pt modelId="{8E010111-5793-904F-8C69-4EB2A08CCF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Generate interpretable results which can be utilized to solve partner's problem.</a:t>
          </a:r>
        </a:p>
      </dgm:t>
    </dgm:pt>
    <dgm:pt modelId="{64D41B02-5B85-6B46-86FE-F5F79F2F6C44}" type="parTrans" cxnId="{2BE3A001-1233-1B4C-BE2A-663AA14EEE88}">
      <dgm:prSet/>
      <dgm:spPr/>
      <dgm:t>
        <a:bodyPr/>
        <a:lstStyle/>
        <a:p>
          <a:endParaRPr lang="en-US"/>
        </a:p>
      </dgm:t>
    </dgm:pt>
    <dgm:pt modelId="{FB5C63F8-9A9E-6E4F-83A8-D09356353ADE}" type="sibTrans" cxnId="{2BE3A001-1233-1B4C-BE2A-663AA14EEE88}">
      <dgm:prSet/>
      <dgm:spPr/>
      <dgm:t>
        <a:bodyPr/>
        <a:lstStyle/>
        <a:p>
          <a:endParaRPr lang="en-US"/>
        </a:p>
      </dgm:t>
    </dgm:pt>
    <dgm:pt modelId="{C6EC9C22-71EA-47EE-A737-B960CF15A765}" type="pres">
      <dgm:prSet presAssocID="{008CEEE4-29CC-4B3C-8B7F-B29EEF2E614C}" presName="root" presStyleCnt="0">
        <dgm:presLayoutVars>
          <dgm:dir/>
          <dgm:resizeHandles val="exact"/>
        </dgm:presLayoutVars>
      </dgm:prSet>
      <dgm:spPr/>
    </dgm:pt>
    <dgm:pt modelId="{84335124-9B60-442B-A994-7E060E7928B8}" type="pres">
      <dgm:prSet presAssocID="{2BD59335-310B-4EEF-8E49-40BF88533288}" presName="compNode" presStyleCnt="0"/>
      <dgm:spPr/>
    </dgm:pt>
    <dgm:pt modelId="{C47C658D-D544-4C7E-8E57-1038DBAB16C4}" type="pres">
      <dgm:prSet presAssocID="{2BD59335-310B-4EEF-8E49-40BF8853328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613F897-D7B4-4656-BA37-1CA50426447A}" type="pres">
      <dgm:prSet presAssocID="{2BD59335-310B-4EEF-8E49-40BF8853328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3E69701F-CB6E-4893-B048-526ED38A9AD0}" type="pres">
      <dgm:prSet presAssocID="{2BD59335-310B-4EEF-8E49-40BF88533288}" presName="spaceRect" presStyleCnt="0"/>
      <dgm:spPr/>
    </dgm:pt>
    <dgm:pt modelId="{68F5FC4E-212B-4AFC-BB83-08DA0290F83E}" type="pres">
      <dgm:prSet presAssocID="{2BD59335-310B-4EEF-8E49-40BF88533288}" presName="textRect" presStyleLbl="revTx" presStyleIdx="0" presStyleCnt="6">
        <dgm:presLayoutVars>
          <dgm:chMax val="1"/>
          <dgm:chPref val="1"/>
        </dgm:presLayoutVars>
      </dgm:prSet>
      <dgm:spPr/>
    </dgm:pt>
    <dgm:pt modelId="{126D1004-F4C0-41AD-B755-45C6F12E2FB7}" type="pres">
      <dgm:prSet presAssocID="{64305E26-AEE6-4C34-945E-EF60FE57D0F6}" presName="sibTrans" presStyleCnt="0"/>
      <dgm:spPr/>
    </dgm:pt>
    <dgm:pt modelId="{85B477A9-D186-430B-BE29-F8C32434F490}" type="pres">
      <dgm:prSet presAssocID="{79B45093-84AC-428D-97C4-1492D07D03CA}" presName="compNode" presStyleCnt="0"/>
      <dgm:spPr/>
    </dgm:pt>
    <dgm:pt modelId="{45D0D225-E2D2-4ED0-BE1A-58555A270FCB}" type="pres">
      <dgm:prSet presAssocID="{79B45093-84AC-428D-97C4-1492D07D03CA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74B85CD-F460-417C-8274-AA4DB96B60DB}" type="pres">
      <dgm:prSet presAssocID="{79B45093-84AC-428D-97C4-1492D07D03C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D558CE-7381-440E-9712-667395A4EA2B}" type="pres">
      <dgm:prSet presAssocID="{79B45093-84AC-428D-97C4-1492D07D03CA}" presName="spaceRect" presStyleCnt="0"/>
      <dgm:spPr/>
    </dgm:pt>
    <dgm:pt modelId="{4AFD74F6-FEE5-4D7A-981D-D4919167603C}" type="pres">
      <dgm:prSet presAssocID="{79B45093-84AC-428D-97C4-1492D07D03CA}" presName="textRect" presStyleLbl="revTx" presStyleIdx="1" presStyleCnt="6">
        <dgm:presLayoutVars>
          <dgm:chMax val="1"/>
          <dgm:chPref val="1"/>
        </dgm:presLayoutVars>
      </dgm:prSet>
      <dgm:spPr/>
    </dgm:pt>
    <dgm:pt modelId="{150F252B-F751-4FC7-A901-59C2276B2CBE}" type="pres">
      <dgm:prSet presAssocID="{1EF4B0DD-1E10-4499-9EC6-D9D7C13489EF}" presName="sibTrans" presStyleCnt="0"/>
      <dgm:spPr/>
    </dgm:pt>
    <dgm:pt modelId="{AC4674B2-60C5-40F3-B0A9-C7F70DDB1531}" type="pres">
      <dgm:prSet presAssocID="{E5737806-2B2B-4150-8443-4D5185CDBE6E}" presName="compNode" presStyleCnt="0"/>
      <dgm:spPr/>
    </dgm:pt>
    <dgm:pt modelId="{33715902-A71C-4D46-BD8A-F78BAF050986}" type="pres">
      <dgm:prSet presAssocID="{E5737806-2B2B-4150-8443-4D5185CDBE6E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BE61EC8-2B56-408D-8E5B-4253F9B38DAF}" type="pres">
      <dgm:prSet presAssocID="{E5737806-2B2B-4150-8443-4D5185CDBE6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490512D-438D-4429-978E-5B95BFE941AF}" type="pres">
      <dgm:prSet presAssocID="{E5737806-2B2B-4150-8443-4D5185CDBE6E}" presName="spaceRect" presStyleCnt="0"/>
      <dgm:spPr/>
    </dgm:pt>
    <dgm:pt modelId="{61D46C49-BCD2-4BD7-BD61-92B22AACB896}" type="pres">
      <dgm:prSet presAssocID="{E5737806-2B2B-4150-8443-4D5185CDBE6E}" presName="textRect" presStyleLbl="revTx" presStyleIdx="2" presStyleCnt="6">
        <dgm:presLayoutVars>
          <dgm:chMax val="1"/>
          <dgm:chPref val="1"/>
        </dgm:presLayoutVars>
      </dgm:prSet>
      <dgm:spPr/>
    </dgm:pt>
    <dgm:pt modelId="{C7685B8C-59B6-4035-A0A4-C3706F024790}" type="pres">
      <dgm:prSet presAssocID="{78302C69-F7C2-4E7E-AC88-F0E5AEFFE6EF}" presName="sibTrans" presStyleCnt="0"/>
      <dgm:spPr/>
    </dgm:pt>
    <dgm:pt modelId="{C9093E3F-33B8-406D-87B3-DE198624E9EC}" type="pres">
      <dgm:prSet presAssocID="{F83702BF-3F5A-4F1C-B6D4-D22EBAF056C8}" presName="compNode" presStyleCnt="0"/>
      <dgm:spPr/>
    </dgm:pt>
    <dgm:pt modelId="{8A9AC56B-FBE7-4354-A003-ED6E0C589BBC}" type="pres">
      <dgm:prSet presAssocID="{F83702BF-3F5A-4F1C-B6D4-D22EBAF056C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87B6B2D-4826-4136-9AA5-EEA79444E16D}" type="pres">
      <dgm:prSet presAssocID="{F83702BF-3F5A-4F1C-B6D4-D22EBAF056C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8BA51C3-880E-4B78-B62A-1B884F96E412}" type="pres">
      <dgm:prSet presAssocID="{F83702BF-3F5A-4F1C-B6D4-D22EBAF056C8}" presName="spaceRect" presStyleCnt="0"/>
      <dgm:spPr/>
    </dgm:pt>
    <dgm:pt modelId="{A1AAB054-39C6-48F5-AD90-F39DE779BB81}" type="pres">
      <dgm:prSet presAssocID="{F83702BF-3F5A-4F1C-B6D4-D22EBAF056C8}" presName="textRect" presStyleLbl="revTx" presStyleIdx="3" presStyleCnt="6">
        <dgm:presLayoutVars>
          <dgm:chMax val="1"/>
          <dgm:chPref val="1"/>
        </dgm:presLayoutVars>
      </dgm:prSet>
      <dgm:spPr/>
    </dgm:pt>
    <dgm:pt modelId="{D82846E6-2114-4AE3-8D25-61675A38D4E1}" type="pres">
      <dgm:prSet presAssocID="{53DE39C2-EE4C-4F58-A283-24FA5CDCABE0}" presName="sibTrans" presStyleCnt="0"/>
      <dgm:spPr/>
    </dgm:pt>
    <dgm:pt modelId="{712E5A20-B2AC-4A41-9180-B6B2D49D8457}" type="pres">
      <dgm:prSet presAssocID="{9A83E049-1B8A-4534-B337-436B2B5E3084}" presName="compNode" presStyleCnt="0"/>
      <dgm:spPr/>
    </dgm:pt>
    <dgm:pt modelId="{B786E109-3FD4-4873-A212-9A9A970ACDCE}" type="pres">
      <dgm:prSet presAssocID="{9A83E049-1B8A-4534-B337-436B2B5E3084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6B3C4F2-CC8D-4BF5-B8F5-7ADCF38038D2}" type="pres">
      <dgm:prSet presAssocID="{9A83E049-1B8A-4534-B337-436B2B5E308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ECD1A2C-5B0E-4272-9CA6-46CEA833AB4B}" type="pres">
      <dgm:prSet presAssocID="{9A83E049-1B8A-4534-B337-436B2B5E3084}" presName="spaceRect" presStyleCnt="0"/>
      <dgm:spPr/>
    </dgm:pt>
    <dgm:pt modelId="{A06619AE-DE95-42B9-B5B3-60151885FEB5}" type="pres">
      <dgm:prSet presAssocID="{9A83E049-1B8A-4534-B337-436B2B5E3084}" presName="textRect" presStyleLbl="revTx" presStyleIdx="4" presStyleCnt="6">
        <dgm:presLayoutVars>
          <dgm:chMax val="1"/>
          <dgm:chPref val="1"/>
        </dgm:presLayoutVars>
      </dgm:prSet>
      <dgm:spPr/>
    </dgm:pt>
    <dgm:pt modelId="{2377A756-02F5-4FE6-B1DF-114D7EA5D84B}" type="pres">
      <dgm:prSet presAssocID="{52498201-1572-4C2E-AF90-F571B80BB916}" presName="sibTrans" presStyleCnt="0"/>
      <dgm:spPr/>
    </dgm:pt>
    <dgm:pt modelId="{AD16F1B8-3480-47D3-B764-728876BF2539}" type="pres">
      <dgm:prSet presAssocID="{8E010111-5793-904F-8C69-4EB2A08CCF7A}" presName="compNode" presStyleCnt="0"/>
      <dgm:spPr/>
    </dgm:pt>
    <dgm:pt modelId="{E4AEFB4E-315E-4028-9045-24E2F71261D6}" type="pres">
      <dgm:prSet presAssocID="{8E010111-5793-904F-8C69-4EB2A08CCF7A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01FE9D2-A605-497A-A004-A62243A086D9}" type="pres">
      <dgm:prSet presAssocID="{8E010111-5793-904F-8C69-4EB2A08CCF7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CDF1A2B-7930-434D-9B02-0FEB558C9879}" type="pres">
      <dgm:prSet presAssocID="{8E010111-5793-904F-8C69-4EB2A08CCF7A}" presName="spaceRect" presStyleCnt="0"/>
      <dgm:spPr/>
    </dgm:pt>
    <dgm:pt modelId="{90DF0EC4-5BEA-404A-B6DF-E56B1C5F2D00}" type="pres">
      <dgm:prSet presAssocID="{8E010111-5793-904F-8C69-4EB2A08CCF7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BE3A001-1233-1B4C-BE2A-663AA14EEE88}" srcId="{008CEEE4-29CC-4B3C-8B7F-B29EEF2E614C}" destId="{8E010111-5793-904F-8C69-4EB2A08CCF7A}" srcOrd="5" destOrd="0" parTransId="{64D41B02-5B85-6B46-86FE-F5F79F2F6C44}" sibTransId="{FB5C63F8-9A9E-6E4F-83A8-D09356353ADE}"/>
    <dgm:cxn modelId="{BC923E22-71C3-5A44-A030-3A3146070469}" type="presOf" srcId="{8E010111-5793-904F-8C69-4EB2A08CCF7A}" destId="{90DF0EC4-5BEA-404A-B6DF-E56B1C5F2D00}" srcOrd="0" destOrd="0" presId="urn:microsoft.com/office/officeart/2018/5/layout/IconLeafLabelList"/>
    <dgm:cxn modelId="{25D1FB3C-3268-5F47-8BE7-84A961BCA222}" type="presOf" srcId="{E5737806-2B2B-4150-8443-4D5185CDBE6E}" destId="{61D46C49-BCD2-4BD7-BD61-92B22AACB896}" srcOrd="0" destOrd="0" presId="urn:microsoft.com/office/officeart/2018/5/layout/IconLeafLabelList"/>
    <dgm:cxn modelId="{DCDB414E-63ED-40E0-8832-D4A771E5DB3D}" srcId="{008CEEE4-29CC-4B3C-8B7F-B29EEF2E614C}" destId="{2BD59335-310B-4EEF-8E49-40BF88533288}" srcOrd="0" destOrd="0" parTransId="{55902FEA-4478-4ADA-A34C-C60F04066E0A}" sibTransId="{64305E26-AEE6-4C34-945E-EF60FE57D0F6}"/>
    <dgm:cxn modelId="{3235D65D-973E-4170-8D42-FB53ED3728AA}" srcId="{008CEEE4-29CC-4B3C-8B7F-B29EEF2E614C}" destId="{E5737806-2B2B-4150-8443-4D5185CDBE6E}" srcOrd="2" destOrd="0" parTransId="{3B26256A-FFCF-4736-920B-7FD00E2A052C}" sibTransId="{78302C69-F7C2-4E7E-AC88-F0E5AEFFE6EF}"/>
    <dgm:cxn modelId="{D435A261-0EEE-422C-B775-69DFEBA47336}" srcId="{008CEEE4-29CC-4B3C-8B7F-B29EEF2E614C}" destId="{79B45093-84AC-428D-97C4-1492D07D03CA}" srcOrd="1" destOrd="0" parTransId="{6EC23446-6041-49E0-8DF0-4C0DDE18F559}" sibTransId="{1EF4B0DD-1E10-4499-9EC6-D9D7C13489EF}"/>
    <dgm:cxn modelId="{B2B54B65-04A3-4CB7-ACA7-6B00218ED70F}" srcId="{008CEEE4-29CC-4B3C-8B7F-B29EEF2E614C}" destId="{9A83E049-1B8A-4534-B337-436B2B5E3084}" srcOrd="4" destOrd="0" parTransId="{5E8F6887-B067-4708-BC74-E79D50782D05}" sibTransId="{52498201-1572-4C2E-AF90-F571B80BB916}"/>
    <dgm:cxn modelId="{844BB966-B945-8742-9AB3-5F0E2B02FDE8}" type="presOf" srcId="{008CEEE4-29CC-4B3C-8B7F-B29EEF2E614C}" destId="{C6EC9C22-71EA-47EE-A737-B960CF15A765}" srcOrd="0" destOrd="0" presId="urn:microsoft.com/office/officeart/2018/5/layout/IconLeafLabelList"/>
    <dgm:cxn modelId="{67BB316D-BEED-4B4F-BF9B-2A86F1B1BBED}" type="presOf" srcId="{79B45093-84AC-428D-97C4-1492D07D03CA}" destId="{4AFD74F6-FEE5-4D7A-981D-D4919167603C}" srcOrd="0" destOrd="0" presId="urn:microsoft.com/office/officeart/2018/5/layout/IconLeafLabelList"/>
    <dgm:cxn modelId="{4596F587-503D-5048-A779-F1EB96801A5C}" type="presOf" srcId="{2BD59335-310B-4EEF-8E49-40BF88533288}" destId="{68F5FC4E-212B-4AFC-BB83-08DA0290F83E}" srcOrd="0" destOrd="0" presId="urn:microsoft.com/office/officeart/2018/5/layout/IconLeafLabelList"/>
    <dgm:cxn modelId="{FAEA439F-5C42-4ABB-BC3B-2588A5644D49}" srcId="{008CEEE4-29CC-4B3C-8B7F-B29EEF2E614C}" destId="{F83702BF-3F5A-4F1C-B6D4-D22EBAF056C8}" srcOrd="3" destOrd="0" parTransId="{EAD7E708-0880-46D5-B836-3665D757EFAA}" sibTransId="{53DE39C2-EE4C-4F58-A283-24FA5CDCABE0}"/>
    <dgm:cxn modelId="{9F304FDE-443A-694F-99AF-651F2659A2AF}" type="presOf" srcId="{9A83E049-1B8A-4534-B337-436B2B5E3084}" destId="{A06619AE-DE95-42B9-B5B3-60151885FEB5}" srcOrd="0" destOrd="0" presId="urn:microsoft.com/office/officeart/2018/5/layout/IconLeafLabelList"/>
    <dgm:cxn modelId="{817E74E7-142F-914A-B0B9-523143244BE1}" type="presOf" srcId="{F83702BF-3F5A-4F1C-B6D4-D22EBAF056C8}" destId="{A1AAB054-39C6-48F5-AD90-F39DE779BB81}" srcOrd="0" destOrd="0" presId="urn:microsoft.com/office/officeart/2018/5/layout/IconLeafLabelList"/>
    <dgm:cxn modelId="{99D9F8B0-3989-7A42-9E9F-593D068207C9}" type="presParOf" srcId="{C6EC9C22-71EA-47EE-A737-B960CF15A765}" destId="{84335124-9B60-442B-A994-7E060E7928B8}" srcOrd="0" destOrd="0" presId="urn:microsoft.com/office/officeart/2018/5/layout/IconLeafLabelList"/>
    <dgm:cxn modelId="{00B753C6-6113-AE4D-831A-6EC1C3B20140}" type="presParOf" srcId="{84335124-9B60-442B-A994-7E060E7928B8}" destId="{C47C658D-D544-4C7E-8E57-1038DBAB16C4}" srcOrd="0" destOrd="0" presId="urn:microsoft.com/office/officeart/2018/5/layout/IconLeafLabelList"/>
    <dgm:cxn modelId="{7DE095FE-459B-3145-9845-E2586CA8B4CE}" type="presParOf" srcId="{84335124-9B60-442B-A994-7E060E7928B8}" destId="{A613F897-D7B4-4656-BA37-1CA50426447A}" srcOrd="1" destOrd="0" presId="urn:microsoft.com/office/officeart/2018/5/layout/IconLeafLabelList"/>
    <dgm:cxn modelId="{7627736B-72B1-9C49-BF03-92D75A2267A5}" type="presParOf" srcId="{84335124-9B60-442B-A994-7E060E7928B8}" destId="{3E69701F-CB6E-4893-B048-526ED38A9AD0}" srcOrd="2" destOrd="0" presId="urn:microsoft.com/office/officeart/2018/5/layout/IconLeafLabelList"/>
    <dgm:cxn modelId="{301D0287-B9F1-B94F-B7C1-12B148625757}" type="presParOf" srcId="{84335124-9B60-442B-A994-7E060E7928B8}" destId="{68F5FC4E-212B-4AFC-BB83-08DA0290F83E}" srcOrd="3" destOrd="0" presId="urn:microsoft.com/office/officeart/2018/5/layout/IconLeafLabelList"/>
    <dgm:cxn modelId="{DBC98503-B318-6A4F-832F-98686082B266}" type="presParOf" srcId="{C6EC9C22-71EA-47EE-A737-B960CF15A765}" destId="{126D1004-F4C0-41AD-B755-45C6F12E2FB7}" srcOrd="1" destOrd="0" presId="urn:microsoft.com/office/officeart/2018/5/layout/IconLeafLabelList"/>
    <dgm:cxn modelId="{3F3B715F-5FD8-5343-9AA6-AFF53E336DD4}" type="presParOf" srcId="{C6EC9C22-71EA-47EE-A737-B960CF15A765}" destId="{85B477A9-D186-430B-BE29-F8C32434F490}" srcOrd="2" destOrd="0" presId="urn:microsoft.com/office/officeart/2018/5/layout/IconLeafLabelList"/>
    <dgm:cxn modelId="{ADFFF9A4-FA96-C944-BACF-CAAEAEF9CDDD}" type="presParOf" srcId="{85B477A9-D186-430B-BE29-F8C32434F490}" destId="{45D0D225-E2D2-4ED0-BE1A-58555A270FCB}" srcOrd="0" destOrd="0" presId="urn:microsoft.com/office/officeart/2018/5/layout/IconLeafLabelList"/>
    <dgm:cxn modelId="{B5BE4185-284D-E142-93FE-B0061FB0DB2A}" type="presParOf" srcId="{85B477A9-D186-430B-BE29-F8C32434F490}" destId="{274B85CD-F460-417C-8274-AA4DB96B60DB}" srcOrd="1" destOrd="0" presId="urn:microsoft.com/office/officeart/2018/5/layout/IconLeafLabelList"/>
    <dgm:cxn modelId="{99B4CB19-BCB0-0946-B474-97279EDF4CFB}" type="presParOf" srcId="{85B477A9-D186-430B-BE29-F8C32434F490}" destId="{FFD558CE-7381-440E-9712-667395A4EA2B}" srcOrd="2" destOrd="0" presId="urn:microsoft.com/office/officeart/2018/5/layout/IconLeafLabelList"/>
    <dgm:cxn modelId="{17E2A9B9-9B08-7D40-9018-8E40E6D29CDE}" type="presParOf" srcId="{85B477A9-D186-430B-BE29-F8C32434F490}" destId="{4AFD74F6-FEE5-4D7A-981D-D4919167603C}" srcOrd="3" destOrd="0" presId="urn:microsoft.com/office/officeart/2018/5/layout/IconLeafLabelList"/>
    <dgm:cxn modelId="{C42BDC75-1B05-C346-AFB3-358C0534A00C}" type="presParOf" srcId="{C6EC9C22-71EA-47EE-A737-B960CF15A765}" destId="{150F252B-F751-4FC7-A901-59C2276B2CBE}" srcOrd="3" destOrd="0" presId="urn:microsoft.com/office/officeart/2018/5/layout/IconLeafLabelList"/>
    <dgm:cxn modelId="{B9D65251-47C1-B346-BF7B-7710A5ABC61E}" type="presParOf" srcId="{C6EC9C22-71EA-47EE-A737-B960CF15A765}" destId="{AC4674B2-60C5-40F3-B0A9-C7F70DDB1531}" srcOrd="4" destOrd="0" presId="urn:microsoft.com/office/officeart/2018/5/layout/IconLeafLabelList"/>
    <dgm:cxn modelId="{C162F6B7-16D3-B54B-B23F-05D4762A9B36}" type="presParOf" srcId="{AC4674B2-60C5-40F3-B0A9-C7F70DDB1531}" destId="{33715902-A71C-4D46-BD8A-F78BAF050986}" srcOrd="0" destOrd="0" presId="urn:microsoft.com/office/officeart/2018/5/layout/IconLeafLabelList"/>
    <dgm:cxn modelId="{7EED5242-7FD5-224C-9D81-C4D2699DC07D}" type="presParOf" srcId="{AC4674B2-60C5-40F3-B0A9-C7F70DDB1531}" destId="{DBE61EC8-2B56-408D-8E5B-4253F9B38DAF}" srcOrd="1" destOrd="0" presId="urn:microsoft.com/office/officeart/2018/5/layout/IconLeafLabelList"/>
    <dgm:cxn modelId="{823FDC24-3E4A-8546-B308-F417483F8D7D}" type="presParOf" srcId="{AC4674B2-60C5-40F3-B0A9-C7F70DDB1531}" destId="{F490512D-438D-4429-978E-5B95BFE941AF}" srcOrd="2" destOrd="0" presId="urn:microsoft.com/office/officeart/2018/5/layout/IconLeafLabelList"/>
    <dgm:cxn modelId="{09F09B7C-0C69-9849-A93D-C683FBBB5EEC}" type="presParOf" srcId="{AC4674B2-60C5-40F3-B0A9-C7F70DDB1531}" destId="{61D46C49-BCD2-4BD7-BD61-92B22AACB896}" srcOrd="3" destOrd="0" presId="urn:microsoft.com/office/officeart/2018/5/layout/IconLeafLabelList"/>
    <dgm:cxn modelId="{47152B28-DAEB-A442-B276-A670A7BC243E}" type="presParOf" srcId="{C6EC9C22-71EA-47EE-A737-B960CF15A765}" destId="{C7685B8C-59B6-4035-A0A4-C3706F024790}" srcOrd="5" destOrd="0" presId="urn:microsoft.com/office/officeart/2018/5/layout/IconLeafLabelList"/>
    <dgm:cxn modelId="{9DF783A3-1DAC-AE49-A819-7B8D9CDD5CB8}" type="presParOf" srcId="{C6EC9C22-71EA-47EE-A737-B960CF15A765}" destId="{C9093E3F-33B8-406D-87B3-DE198624E9EC}" srcOrd="6" destOrd="0" presId="urn:microsoft.com/office/officeart/2018/5/layout/IconLeafLabelList"/>
    <dgm:cxn modelId="{7D4673F7-7C53-2A4C-914F-BAE2DEB586FF}" type="presParOf" srcId="{C9093E3F-33B8-406D-87B3-DE198624E9EC}" destId="{8A9AC56B-FBE7-4354-A003-ED6E0C589BBC}" srcOrd="0" destOrd="0" presId="urn:microsoft.com/office/officeart/2018/5/layout/IconLeafLabelList"/>
    <dgm:cxn modelId="{04CE4027-4CA6-694C-ABFA-5DEC316EF8C6}" type="presParOf" srcId="{C9093E3F-33B8-406D-87B3-DE198624E9EC}" destId="{087B6B2D-4826-4136-9AA5-EEA79444E16D}" srcOrd="1" destOrd="0" presId="urn:microsoft.com/office/officeart/2018/5/layout/IconLeafLabelList"/>
    <dgm:cxn modelId="{0E311016-CC1C-5D40-9F8A-D55FCCDAEB85}" type="presParOf" srcId="{C9093E3F-33B8-406D-87B3-DE198624E9EC}" destId="{68BA51C3-880E-4B78-B62A-1B884F96E412}" srcOrd="2" destOrd="0" presId="urn:microsoft.com/office/officeart/2018/5/layout/IconLeafLabelList"/>
    <dgm:cxn modelId="{26230E01-87E1-4C42-8FB7-17D9C006BFC1}" type="presParOf" srcId="{C9093E3F-33B8-406D-87B3-DE198624E9EC}" destId="{A1AAB054-39C6-48F5-AD90-F39DE779BB81}" srcOrd="3" destOrd="0" presId="urn:microsoft.com/office/officeart/2018/5/layout/IconLeafLabelList"/>
    <dgm:cxn modelId="{BF8BDDBC-2449-7B4C-9AFE-E642A77F6C30}" type="presParOf" srcId="{C6EC9C22-71EA-47EE-A737-B960CF15A765}" destId="{D82846E6-2114-4AE3-8D25-61675A38D4E1}" srcOrd="7" destOrd="0" presId="urn:microsoft.com/office/officeart/2018/5/layout/IconLeafLabelList"/>
    <dgm:cxn modelId="{6FD1B57B-24F5-504D-B18F-8FECB3A00A14}" type="presParOf" srcId="{C6EC9C22-71EA-47EE-A737-B960CF15A765}" destId="{712E5A20-B2AC-4A41-9180-B6B2D49D8457}" srcOrd="8" destOrd="0" presId="urn:microsoft.com/office/officeart/2018/5/layout/IconLeafLabelList"/>
    <dgm:cxn modelId="{B85C2A22-F961-2143-8758-160373EAFF07}" type="presParOf" srcId="{712E5A20-B2AC-4A41-9180-B6B2D49D8457}" destId="{B786E109-3FD4-4873-A212-9A9A970ACDCE}" srcOrd="0" destOrd="0" presId="urn:microsoft.com/office/officeart/2018/5/layout/IconLeafLabelList"/>
    <dgm:cxn modelId="{48189C5E-EA80-EC43-AA79-E264884B3E16}" type="presParOf" srcId="{712E5A20-B2AC-4A41-9180-B6B2D49D8457}" destId="{D6B3C4F2-CC8D-4BF5-B8F5-7ADCF38038D2}" srcOrd="1" destOrd="0" presId="urn:microsoft.com/office/officeart/2018/5/layout/IconLeafLabelList"/>
    <dgm:cxn modelId="{865F4165-71C1-534A-8B33-E367E162A0A3}" type="presParOf" srcId="{712E5A20-B2AC-4A41-9180-B6B2D49D8457}" destId="{EECD1A2C-5B0E-4272-9CA6-46CEA833AB4B}" srcOrd="2" destOrd="0" presId="urn:microsoft.com/office/officeart/2018/5/layout/IconLeafLabelList"/>
    <dgm:cxn modelId="{A999ABBF-EB56-E947-BA6D-01A93F0EF4E5}" type="presParOf" srcId="{712E5A20-B2AC-4A41-9180-B6B2D49D8457}" destId="{A06619AE-DE95-42B9-B5B3-60151885FEB5}" srcOrd="3" destOrd="0" presId="urn:microsoft.com/office/officeart/2018/5/layout/IconLeafLabelList"/>
    <dgm:cxn modelId="{F7A8A50B-AEC7-1040-B783-8563C2C3BB06}" type="presParOf" srcId="{C6EC9C22-71EA-47EE-A737-B960CF15A765}" destId="{2377A756-02F5-4FE6-B1DF-114D7EA5D84B}" srcOrd="9" destOrd="0" presId="urn:microsoft.com/office/officeart/2018/5/layout/IconLeafLabelList"/>
    <dgm:cxn modelId="{44C1908A-0FB8-174F-ABA8-5953E1EA47D0}" type="presParOf" srcId="{C6EC9C22-71EA-47EE-A737-B960CF15A765}" destId="{AD16F1B8-3480-47D3-B764-728876BF2539}" srcOrd="10" destOrd="0" presId="urn:microsoft.com/office/officeart/2018/5/layout/IconLeafLabelList"/>
    <dgm:cxn modelId="{FB1D006E-142F-C54B-B1CE-90C72713F5FF}" type="presParOf" srcId="{AD16F1B8-3480-47D3-B764-728876BF2539}" destId="{E4AEFB4E-315E-4028-9045-24E2F71261D6}" srcOrd="0" destOrd="0" presId="urn:microsoft.com/office/officeart/2018/5/layout/IconLeafLabelList"/>
    <dgm:cxn modelId="{D9DCE772-9BAE-4C40-8EF4-1630E7D2698C}" type="presParOf" srcId="{AD16F1B8-3480-47D3-B764-728876BF2539}" destId="{B01FE9D2-A605-497A-A004-A62243A086D9}" srcOrd="1" destOrd="0" presId="urn:microsoft.com/office/officeart/2018/5/layout/IconLeafLabelList"/>
    <dgm:cxn modelId="{0B0A4D25-0EE6-AA40-A230-5980AD6DA322}" type="presParOf" srcId="{AD16F1B8-3480-47D3-B764-728876BF2539}" destId="{7CDF1A2B-7930-434D-9B02-0FEB558C9879}" srcOrd="2" destOrd="0" presId="urn:microsoft.com/office/officeart/2018/5/layout/IconLeafLabelList"/>
    <dgm:cxn modelId="{75F941FF-935A-0947-80A8-707AFEBB7DF5}" type="presParOf" srcId="{AD16F1B8-3480-47D3-B764-728876BF2539}" destId="{90DF0EC4-5BEA-404A-B6DF-E56B1C5F2D00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46DDD-6CFB-3142-9FBB-C8B5499E2A91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93EC9-B235-524F-92D0-5BC41512FCC1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Businesses can lose customers, revenue.</a:t>
          </a:r>
        </a:p>
      </dsp:txBody>
      <dsp:txXfrm>
        <a:off x="0" y="2703"/>
        <a:ext cx="6900512" cy="1843578"/>
      </dsp:txXfrm>
    </dsp:sp>
    <dsp:sp modelId="{E19EE184-073B-D444-916C-B0AB1E6F4013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7C6AB-8A71-6F42-9CD6-A4E60FAB795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Global Trade forecasted growth = $28 trillion.</a:t>
          </a:r>
        </a:p>
      </dsp:txBody>
      <dsp:txXfrm>
        <a:off x="0" y="1846281"/>
        <a:ext cx="6900512" cy="1843578"/>
      </dsp:txXfrm>
    </dsp:sp>
    <dsp:sp modelId="{CC94A337-2850-3A42-B2A0-D3B53F12F0ED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CC4EB-A595-7C4C-ADBE-12A5A32DE895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Example : </a:t>
          </a:r>
          <a:r>
            <a:rPr lang="en-US" sz="4000" b="0" i="0" u="none" kern="1200" dirty="0"/>
            <a:t>Supply chain squeeze costs Apple $6B in revenue.</a:t>
          </a:r>
          <a:endParaRPr lang="en-US" sz="4000" b="0" kern="1200" dirty="0"/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C658D-D544-4C7E-8E57-1038DBAB16C4}">
      <dsp:nvSpPr>
        <dsp:cNvPr id="0" name=""/>
        <dsp:cNvSpPr/>
      </dsp:nvSpPr>
      <dsp:spPr>
        <a:xfrm>
          <a:off x="518620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3F897-D7B4-4656-BA37-1CA50426447A}">
      <dsp:nvSpPr>
        <dsp:cNvPr id="0" name=""/>
        <dsp:cNvSpPr/>
      </dsp:nvSpPr>
      <dsp:spPr>
        <a:xfrm>
          <a:off x="773056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5FC4E-212B-4AFC-BB83-08DA0290F83E}">
      <dsp:nvSpPr>
        <dsp:cNvPr id="0" name=""/>
        <dsp:cNvSpPr/>
      </dsp:nvSpPr>
      <dsp:spPr>
        <a:xfrm>
          <a:off x="136965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Explore the domain by conducting literature survey.</a:t>
          </a:r>
        </a:p>
      </dsp:txBody>
      <dsp:txXfrm>
        <a:off x="136965" y="1620689"/>
        <a:ext cx="1957205" cy="855000"/>
      </dsp:txXfrm>
    </dsp:sp>
    <dsp:sp modelId="{45D0D225-E2D2-4ED0-BE1A-58555A270FCB}">
      <dsp:nvSpPr>
        <dsp:cNvPr id="0" name=""/>
        <dsp:cNvSpPr/>
      </dsp:nvSpPr>
      <dsp:spPr>
        <a:xfrm>
          <a:off x="2818336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B85CD-F460-417C-8274-AA4DB96B60DB}">
      <dsp:nvSpPr>
        <dsp:cNvPr id="0" name=""/>
        <dsp:cNvSpPr/>
      </dsp:nvSpPr>
      <dsp:spPr>
        <a:xfrm>
          <a:off x="3072773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D74F6-FEE5-4D7A-981D-D4919167603C}">
      <dsp:nvSpPr>
        <dsp:cNvPr id="0" name=""/>
        <dsp:cNvSpPr/>
      </dsp:nvSpPr>
      <dsp:spPr>
        <a:xfrm>
          <a:off x="2436681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Identify existing datasets and existing optimization methods.</a:t>
          </a:r>
        </a:p>
      </dsp:txBody>
      <dsp:txXfrm>
        <a:off x="2436681" y="1620689"/>
        <a:ext cx="1957205" cy="855000"/>
      </dsp:txXfrm>
    </dsp:sp>
    <dsp:sp modelId="{33715902-A71C-4D46-BD8A-F78BAF050986}">
      <dsp:nvSpPr>
        <dsp:cNvPr id="0" name=""/>
        <dsp:cNvSpPr/>
      </dsp:nvSpPr>
      <dsp:spPr>
        <a:xfrm>
          <a:off x="5118052" y="54925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61EC8-2B56-408D-8E5B-4253F9B38DAF}">
      <dsp:nvSpPr>
        <dsp:cNvPr id="0" name=""/>
        <dsp:cNvSpPr/>
      </dsp:nvSpPr>
      <dsp:spPr>
        <a:xfrm>
          <a:off x="5372489" y="309361"/>
          <a:ext cx="685021" cy="685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46C49-BCD2-4BD7-BD61-92B22AACB896}">
      <dsp:nvSpPr>
        <dsp:cNvPr id="0" name=""/>
        <dsp:cNvSpPr/>
      </dsp:nvSpPr>
      <dsp:spPr>
        <a:xfrm>
          <a:off x="4736397" y="1620689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Build synthetic data.</a:t>
          </a:r>
        </a:p>
      </dsp:txBody>
      <dsp:txXfrm>
        <a:off x="4736397" y="1620689"/>
        <a:ext cx="1957205" cy="855000"/>
      </dsp:txXfrm>
    </dsp:sp>
    <dsp:sp modelId="{8A9AC56B-FBE7-4354-A003-ED6E0C589BBC}">
      <dsp:nvSpPr>
        <dsp:cNvPr id="0" name=""/>
        <dsp:cNvSpPr/>
      </dsp:nvSpPr>
      <dsp:spPr>
        <a:xfrm>
          <a:off x="518620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B6B2D-4826-4136-9AA5-EEA79444E16D}">
      <dsp:nvSpPr>
        <dsp:cNvPr id="0" name=""/>
        <dsp:cNvSpPr/>
      </dsp:nvSpPr>
      <dsp:spPr>
        <a:xfrm>
          <a:off x="773056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AB054-39C6-48F5-AD90-F39DE779BB81}">
      <dsp:nvSpPr>
        <dsp:cNvPr id="0" name=""/>
        <dsp:cNvSpPr/>
      </dsp:nvSpPr>
      <dsp:spPr>
        <a:xfrm>
          <a:off x="136965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Establish an optimized framework to experiment several probabilistic modeling on data.</a:t>
          </a:r>
        </a:p>
      </dsp:txBody>
      <dsp:txXfrm>
        <a:off x="136965" y="4530754"/>
        <a:ext cx="1957205" cy="855000"/>
      </dsp:txXfrm>
    </dsp:sp>
    <dsp:sp modelId="{B786E109-3FD4-4873-A212-9A9A970ACDCE}">
      <dsp:nvSpPr>
        <dsp:cNvPr id="0" name=""/>
        <dsp:cNvSpPr/>
      </dsp:nvSpPr>
      <dsp:spPr>
        <a:xfrm>
          <a:off x="2818336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3C4F2-CC8D-4BF5-B8F5-7ADCF38038D2}">
      <dsp:nvSpPr>
        <dsp:cNvPr id="0" name=""/>
        <dsp:cNvSpPr/>
      </dsp:nvSpPr>
      <dsp:spPr>
        <a:xfrm>
          <a:off x="3072773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619AE-DE95-42B9-B5B3-60151885FEB5}">
      <dsp:nvSpPr>
        <dsp:cNvPr id="0" name=""/>
        <dsp:cNvSpPr/>
      </dsp:nvSpPr>
      <dsp:spPr>
        <a:xfrm>
          <a:off x="2436681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Tune and improve model performance to enable accurate representation of data from the industrial partner.</a:t>
          </a:r>
        </a:p>
      </dsp:txBody>
      <dsp:txXfrm>
        <a:off x="2436681" y="4530754"/>
        <a:ext cx="1957205" cy="855000"/>
      </dsp:txXfrm>
    </dsp:sp>
    <dsp:sp modelId="{E4AEFB4E-315E-4028-9045-24E2F71261D6}">
      <dsp:nvSpPr>
        <dsp:cNvPr id="0" name=""/>
        <dsp:cNvSpPr/>
      </dsp:nvSpPr>
      <dsp:spPr>
        <a:xfrm>
          <a:off x="5118052" y="2964990"/>
          <a:ext cx="1193895" cy="119389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FE9D2-A605-497A-A004-A62243A086D9}">
      <dsp:nvSpPr>
        <dsp:cNvPr id="0" name=""/>
        <dsp:cNvSpPr/>
      </dsp:nvSpPr>
      <dsp:spPr>
        <a:xfrm>
          <a:off x="5372489" y="3219427"/>
          <a:ext cx="685021" cy="6850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F0EC4-5BEA-404A-B6DF-E56B1C5F2D00}">
      <dsp:nvSpPr>
        <dsp:cNvPr id="0" name=""/>
        <dsp:cNvSpPr/>
      </dsp:nvSpPr>
      <dsp:spPr>
        <a:xfrm>
          <a:off x="4736397" y="4530754"/>
          <a:ext cx="1957205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Generate interpretable results which can be utilized to solve partner's problem.</a:t>
          </a:r>
        </a:p>
      </dsp:txBody>
      <dsp:txXfrm>
        <a:off x="4736397" y="4530754"/>
        <a:ext cx="1957205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B624-FF1B-5049-B149-3C5E9C6CB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F6B33-8951-DD48-BD47-148E21D4F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5594-ED7B-F443-9848-FB05A639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1A4B-455F-1444-8482-F3B2F185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1FB6C-5AD6-AD46-9EEE-42766D55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1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4AED-A4B2-5549-9DD7-125AE518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8D86-BA67-F743-AAB7-1068E173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4DCD-818F-C94B-A2F5-5657642B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C775-B852-3D4F-82EF-8E7B359D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172F1-DDE1-A547-AFEB-611AE8DD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9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AEA7-0920-664E-A0B8-1290B436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5DEDF-56A4-9642-834B-D731466B2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CDB7-5DB3-8745-AAA5-45A855A8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328E-919B-7E44-9020-7EDD46A6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2031-0B27-C442-9595-22AE0FC56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6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A706-773C-644D-A050-F15B6019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E2EB-A1B6-CA4F-899C-157A9708A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1429F-FA82-E141-BFA2-1EE758FE6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DD03B-18A3-724A-8E22-D3622154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B0F00-66EC-EE42-BA83-4D8CEA08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0510D-4F72-BD4F-BF03-EA556A47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288C-8E1E-B649-83B2-FFC9C04C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E1C-63A7-4D4C-BEAD-5391779A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5EA80-C9BF-624C-B851-FA5792A3A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927C5-109E-2C41-835B-604A7AADF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71A36-C905-2E41-A47C-0050929A6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F0E41-CED9-EE4B-858B-5BEDDBE9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CA98F-94CB-0644-A96E-A5788E19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5FE10-0E4F-7843-8C31-3AFF7F06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5BC6-4E16-E344-BD34-FFF187E2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D2F34-B4C3-4C44-B1B8-31B8D287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96ED4-9985-554F-A497-3C2E56DB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1E691-6873-E748-B47B-0CDF2EAE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1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C7B8C-DC01-224D-B364-7C1CBA23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60E68-A6B2-184D-8D74-C7537B12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14DD2-24E7-2D41-9204-790D4549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0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52A4-B23D-7349-A767-D4309C54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5A43-6270-7A4D-BB42-5C265522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F8DE7-3B05-ED42-804D-0D1A5C880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14DD2-74CE-924D-AADE-E660E9FD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D9A29-A35F-554F-8260-DF86715E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49A07-C481-6340-B63F-F69AF279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7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25A1-E89B-2144-9200-C52A2DA5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72623-667E-C146-93CB-CE7756259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728B0-A937-9D4B-9432-2B63F6403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10DA3-8489-794C-B5B0-7BC22E7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FBAC2-5AEB-D041-9CF5-CEA18EA2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B84E3-D128-7740-BFF6-A8EF6C37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9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3B00-9262-B446-89B3-3BF75C6B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540CA-E321-CC4E-A058-FECDAD272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7C332-29C1-034F-8B77-5596A633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F307-6A6E-4348-81E1-D8C47E5B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DFA77-AEE6-D441-AE90-E8975CF6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8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05A2E-A179-AF4E-907C-97E1AE888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40A27-6B39-3E47-A67E-94D081FF2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FBDF-B5B2-284B-9BBE-72874EC4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D537-17BD-6040-A194-778048CC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308B-1692-6641-AC2B-6CB99E21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4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28C74-3F24-724D-9445-A84E71AB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7C11-F46A-4A48-A225-9BEEE904A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EEE6-3573-FD49-8D72-1AA6089BE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50CB-49EE-7A41-8BA9-6CB7808AF511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DBB8-0A2C-A249-A3C6-3130E1D33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AB5F-5708-1441-ACA9-4655EC6CA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862B-6CDA-8F42-9C0E-6ECC4B7F1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5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Arc 4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55EF9-9195-EE46-9A6E-C30AF9B79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sz="3800" b="1"/>
              <a:t>Development of a data-driven approach for understanding discrepancies between design and implementation of inventory policies.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E3A4E-B7E6-9046-B1EC-8A3096673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/>
              <a:t>Sudharshan BR – sb1501@rit.edu</a:t>
            </a:r>
          </a:p>
          <a:p>
            <a:pPr algn="r"/>
            <a:r>
              <a:rPr lang="en-US"/>
              <a:t>Project Advisor : Dr.Nenad Nenadic – nxnasp@rit.edu</a:t>
            </a:r>
          </a:p>
        </p:txBody>
      </p:sp>
    </p:spTree>
    <p:extLst>
      <p:ext uri="{BB962C8B-B14F-4D97-AF65-F5344CB8AC3E}">
        <p14:creationId xmlns:p14="http://schemas.microsoft.com/office/powerpoint/2010/main" val="168014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7D3D4-9711-1244-8728-201E0423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Background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1756BAE-A390-47F8-AE08-40448AAB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The supply chain is how a company turns raw materials into finished goods and services for the customer.</a:t>
            </a:r>
          </a:p>
          <a:p>
            <a:pPr>
              <a:buFontTx/>
              <a:buChar char="-"/>
            </a:pPr>
            <a:r>
              <a:rPr lang="en-US" dirty="0"/>
              <a:t>Ubiquitous timeline process among all businesses.</a:t>
            </a:r>
          </a:p>
          <a:p>
            <a:pPr>
              <a:buFontTx/>
              <a:buChar char="-"/>
            </a:pPr>
            <a:r>
              <a:rPr lang="en-US" dirty="0"/>
              <a:t>Highly optimized network can keep operational costs to a minimum, maximum competitive advantage and customer value.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C851ECCC-F030-0B49-ACA0-172E31FD19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0" r="4364" b="1"/>
          <a:stretch/>
        </p:blipFill>
        <p:spPr>
          <a:xfrm>
            <a:off x="7887184" y="1997415"/>
            <a:ext cx="3781051" cy="221919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1" name="Freeform: Shape 2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2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4F6DB-E7DD-9443-9946-EF87E996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Broader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8531D-5169-4056-AB7E-F9D0FBC9C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12705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153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5187D-CFF1-A742-8FC4-08DAD3FF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US" sz="3200"/>
              <a:t>Scientific Merit w/ Tasks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5BA4B19-7F9A-417F-9932-EF42F8943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364139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66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4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7250C-EC55-6E41-AA78-B9DA6710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anchor="ctr">
            <a:normAutofit/>
          </a:bodyPr>
          <a:lstStyle/>
          <a:p>
            <a:r>
              <a:rPr lang="en-US" sz="5400" dirty="0"/>
              <a:t>Q &amp; A ?</a:t>
            </a:r>
          </a:p>
        </p:txBody>
      </p:sp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5E00-652D-DA48-A80E-FB18D81A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696" y="643467"/>
            <a:ext cx="5788152" cy="5571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</a:rPr>
              <a:t>Thank you</a:t>
            </a:r>
          </a:p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62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183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Development of a data-driven approach for understanding discrepancies between design and implementation of inventory policies.</vt:lpstr>
      <vt:lpstr>Background</vt:lpstr>
      <vt:lpstr>Broader Impact</vt:lpstr>
      <vt:lpstr>Scientific Merit w/ Tasks</vt:lpstr>
      <vt:lpstr>Q &amp; A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Sudharshan Bindiganavale Ramesh (RIT Student)</dc:creator>
  <cp:lastModifiedBy>Sudharshan Bindiganavale Ramesh (RIT Student)</cp:lastModifiedBy>
  <cp:revision>5</cp:revision>
  <dcterms:created xsi:type="dcterms:W3CDTF">2022-02-11T20:47:44Z</dcterms:created>
  <dcterms:modified xsi:type="dcterms:W3CDTF">2022-02-14T03:22:04Z</dcterms:modified>
</cp:coreProperties>
</file>